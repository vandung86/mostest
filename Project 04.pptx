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29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52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81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12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6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0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4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26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05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4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99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70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74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60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31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85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1B3FDDE-3EE5-4D09-8AA3-4C2193CA3D62}" type="datetimeFigureOut">
              <a:rPr lang="en-US" smtClean="0"/>
              <a:t>7/19/2023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E0E852-826E-44B9-AE53-B66319197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9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6159-B046-4515-AFF8-38274D9565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Long An International 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85598-00C5-4354-B04B-A0A89DB778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www.longanport.com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Wooden Train Toy">
                <a:extLst>
                  <a:ext uri="{FF2B5EF4-FFF2-40B4-BE49-F238E27FC236}">
                    <a16:creationId xmlns:a16="http://schemas.microsoft.com/office/drawing/2014/main" id="{0F9C4C3B-702D-62E0-039F-7A678D950D1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78947597"/>
                  </p:ext>
                </p:extLst>
              </p:nvPr>
            </p:nvGraphicFramePr>
            <p:xfrm>
              <a:off x="6453188" y="3996267"/>
              <a:ext cx="4469902" cy="226348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469902" cy="2263483"/>
                    </a:xfrm>
                    <a:prstGeom prst="rect">
                      <a:avLst/>
                    </a:prstGeom>
                  </am3d:spPr>
                  <am3d:camera>
                    <am3d:pos x="0" y="0" z="607155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93401" d="1000000"/>
                    <am3d:preTrans dx="0" dy="-37453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14462" ay="213567" az="8581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36388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Wooden Train Toy">
                <a:extLst>
                  <a:ext uri="{FF2B5EF4-FFF2-40B4-BE49-F238E27FC236}">
                    <a16:creationId xmlns:a16="http://schemas.microsoft.com/office/drawing/2014/main" id="{0F9C4C3B-702D-62E0-039F-7A678D950D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53188" y="3996267"/>
                <a:ext cx="4469902" cy="226348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3003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3F61-B06D-4D3D-8BAC-FC5E56CBA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Logistics Services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519387-BD88-4C3B-A872-84E8E4C4C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3" y="2667000"/>
            <a:ext cx="10018712" cy="3124200"/>
          </a:xfrm>
        </p:spPr>
        <p:txBody>
          <a:bodyPr anchor="t">
            <a:normAutofit/>
          </a:bodyPr>
          <a:lstStyle/>
          <a:p>
            <a:r>
              <a:rPr lang="en-US"/>
              <a:t>Warehousing</a:t>
            </a:r>
          </a:p>
          <a:p>
            <a:r>
              <a:rPr lang="en-US"/>
              <a:t>Customs Brokerage</a:t>
            </a:r>
          </a:p>
          <a:p>
            <a:r>
              <a:rPr lang="en-US"/>
              <a:t>Barge &amp; Truck Transportation</a:t>
            </a:r>
          </a:p>
          <a:p>
            <a:r>
              <a:rPr lang="en-US"/>
              <a:t>International Freight Forwarding</a:t>
            </a: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81D78BC0-F53D-451A-9910-0895CCE0768D}"/>
              </a:ext>
            </a:extLst>
          </p:cNvPr>
          <p:cNvSpPr/>
          <p:nvPr/>
        </p:nvSpPr>
        <p:spPr>
          <a:xfrm>
            <a:off x="4170869" y="2723502"/>
            <a:ext cx="1475874" cy="3328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5235CD3E-07A3-40EB-8A89-29D01F292C7F}"/>
              </a:ext>
            </a:extLst>
          </p:cNvPr>
          <p:cNvSpPr/>
          <p:nvPr/>
        </p:nvSpPr>
        <p:spPr>
          <a:xfrm>
            <a:off x="5086210" y="3263154"/>
            <a:ext cx="1475874" cy="3328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CBB04583-955C-4FD2-9F4D-15D51F6C7D0C}"/>
              </a:ext>
            </a:extLst>
          </p:cNvPr>
          <p:cNvSpPr/>
          <p:nvPr/>
        </p:nvSpPr>
        <p:spPr>
          <a:xfrm>
            <a:off x="6096000" y="3749430"/>
            <a:ext cx="1475874" cy="3328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275A3D22-5B95-4BD8-ADE9-4D7D90F486C0}"/>
              </a:ext>
            </a:extLst>
          </p:cNvPr>
          <p:cNvSpPr/>
          <p:nvPr/>
        </p:nvSpPr>
        <p:spPr>
          <a:xfrm>
            <a:off x="6833937" y="4310905"/>
            <a:ext cx="1475874" cy="33287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58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537</TotalTime>
  <Words>21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Corbel</vt:lpstr>
      <vt:lpstr>Parallax</vt:lpstr>
      <vt:lpstr>Long An International Port</vt:lpstr>
      <vt:lpstr>Logistics Services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An Internation Port</dc:title>
  <dc:creator>LY TRAN THAI HOC</dc:creator>
  <cp:lastModifiedBy>Ly Tran Thai Hoc</cp:lastModifiedBy>
  <cp:revision>10</cp:revision>
  <dcterms:created xsi:type="dcterms:W3CDTF">2021-09-30T14:02:29Z</dcterms:created>
  <dcterms:modified xsi:type="dcterms:W3CDTF">2023-07-19T06:29:32Z</dcterms:modified>
</cp:coreProperties>
</file>