
<file path=[Content_Types].xml><?xml version="1.0" encoding="utf-8"?>
<Types xmlns="http://schemas.openxmlformats.org/package/2006/content-types">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8" r:id="rId2"/>
    <p:sldId id="256" r:id="rId3"/>
    <p:sldId id="257" r:id="rId4"/>
    <p:sldId id="259" r:id="rId5"/>
    <p:sldId id="260" r:id="rId6"/>
    <p:sldId id="1199" r:id="rId7"/>
    <p:sldId id="1198" r:id="rId8"/>
    <p:sldId id="1203" r:id="rId9"/>
    <p:sldId id="261" r:id="rId10"/>
    <p:sldId id="264" r:id="rId11"/>
    <p:sldId id="1245" r:id="rId12"/>
    <p:sldId id="1246" r:id="rId13"/>
    <p:sldId id="1247" r:id="rId14"/>
    <p:sldId id="124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ivew" id="{B0582CA7-0F62-44A2-A8F3-2B320E9236EE}">
          <p14:sldIdLst>
            <p14:sldId id="258"/>
            <p14:sldId id="256"/>
            <p14:sldId id="257"/>
            <p14:sldId id="259"/>
            <p14:sldId id="260"/>
            <p14:sldId id="1199"/>
            <p14:sldId id="1198"/>
            <p14:sldId id="1203"/>
          </p14:sldIdLst>
        </p14:section>
        <p14:section name="Office 2016" id="{83FCA581-9FEB-471D-8AD9-14F34318A315}">
          <p14:sldIdLst>
            <p14:sldId id="261"/>
            <p14:sldId id="264"/>
            <p14:sldId id="1245"/>
            <p14:sldId id="1246"/>
            <p14:sldId id="1247"/>
            <p14:sldId id="124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361" autoAdjust="0"/>
  </p:normalViewPr>
  <p:slideViewPr>
    <p:cSldViewPr snapToGrid="0">
      <p:cViewPr varScale="1">
        <p:scale>
          <a:sx n="80" d="100"/>
          <a:sy n="80" d="100"/>
        </p:scale>
        <p:origin x="78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image" Target="../media/image4.jpg"/></Relationships>
</file>

<file path=ppt/diagrams/_rels/drawing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image" Target="../media/image4.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1F6A3F-6E7D-43A3-A0A5-873225E1EA16}" type="doc">
      <dgm:prSet loTypeId="urn:microsoft.com/office/officeart/2008/layout/PictureLineup" loCatId="picture" qsTypeId="urn:microsoft.com/office/officeart/2005/8/quickstyle/simple1" qsCatId="simple" csTypeId="urn:microsoft.com/office/officeart/2005/8/colors/accent1_2" csCatId="accent1" phldr="1"/>
      <dgm:spPr/>
      <dgm:t>
        <a:bodyPr/>
        <a:lstStyle/>
        <a:p>
          <a:endParaRPr lang="en-US"/>
        </a:p>
      </dgm:t>
    </dgm:pt>
    <dgm:pt modelId="{90918B51-F574-4644-B56A-07143E2DE8DA}">
      <dgm:prSet phldrT="[Text]"/>
      <dgm:spPr/>
      <dgm:t>
        <a:bodyPr/>
        <a:lstStyle/>
        <a:p>
          <a:r>
            <a:rPr lang="en-US" u="none" dirty="0"/>
            <a:t>Demonstrate that you have the skills needed to get the most out of Office by earning a Microsoft Office Specialist (MOS) certification in a specific Office program. Holding a MOS certification can earn an entry-level business employee as much as $16,000 more in annual salary than uncertified peers.*</a:t>
          </a:r>
          <a:endParaRPr lang="en-US" dirty="0"/>
        </a:p>
      </dgm:t>
    </dgm:pt>
    <dgm:pt modelId="{CCCAE3A6-6042-462A-80F1-AA689796D604}" type="parTrans" cxnId="{2E52F26E-54E3-4BDC-A032-79E7150675DD}">
      <dgm:prSet/>
      <dgm:spPr/>
      <dgm:t>
        <a:bodyPr/>
        <a:lstStyle/>
        <a:p>
          <a:endParaRPr lang="en-US"/>
        </a:p>
      </dgm:t>
    </dgm:pt>
    <dgm:pt modelId="{9F17403F-6FB0-4BF3-A022-3A11450BA2D6}" type="sibTrans" cxnId="{2E52F26E-54E3-4BDC-A032-79E7150675DD}">
      <dgm:prSet/>
      <dgm:spPr/>
      <dgm:t>
        <a:bodyPr/>
        <a:lstStyle/>
        <a:p>
          <a:endParaRPr lang="en-US"/>
        </a:p>
      </dgm:t>
    </dgm:pt>
    <dgm:pt modelId="{F2B3725B-BDF5-4520-919D-96BE5B816088}">
      <dgm:prSet phldrT="[Text]"/>
      <dgm:spPr/>
      <dgm:t>
        <a:bodyPr/>
        <a:lstStyle/>
        <a:p>
          <a:r>
            <a:rPr lang="en-US" u="none" dirty="0"/>
            <a:t>Demonstrate that you have advanced skills in key Office programs by earning a Microsoft Office Specialist Expert certification.</a:t>
          </a:r>
          <a:endParaRPr lang="en-US" dirty="0"/>
        </a:p>
      </dgm:t>
    </dgm:pt>
    <dgm:pt modelId="{A5E58E3D-C7FB-47C4-9A98-7A002078FC36}" type="parTrans" cxnId="{E338AC5E-5648-45A2-ABBB-395E37BBB2E7}">
      <dgm:prSet/>
      <dgm:spPr/>
      <dgm:t>
        <a:bodyPr/>
        <a:lstStyle/>
        <a:p>
          <a:endParaRPr lang="en-US"/>
        </a:p>
      </dgm:t>
    </dgm:pt>
    <dgm:pt modelId="{0BA94ECD-594B-4E05-B18A-E97239B69DD9}" type="sibTrans" cxnId="{E338AC5E-5648-45A2-ABBB-395E37BBB2E7}">
      <dgm:prSet/>
      <dgm:spPr/>
      <dgm:t>
        <a:bodyPr/>
        <a:lstStyle/>
        <a:p>
          <a:endParaRPr lang="en-US"/>
        </a:p>
      </dgm:t>
    </dgm:pt>
    <dgm:pt modelId="{3F3909DE-51B8-4C65-9B12-F2FEA9866A74}">
      <dgm:prSet phldrT="[Text]"/>
      <dgm:spPr/>
      <dgm:t>
        <a:bodyPr/>
        <a:lstStyle/>
        <a:p>
          <a:r>
            <a:rPr lang="en-US" b="0" u="none" dirty="0"/>
            <a:t>Demonstrate that you have the deepest level of skills needed to proficiently use Microsoft Office. </a:t>
          </a:r>
          <a:endParaRPr lang="en-US" dirty="0"/>
        </a:p>
      </dgm:t>
    </dgm:pt>
    <dgm:pt modelId="{18C7E5E4-CF24-4DC9-9787-826CB2A13CBA}" type="parTrans" cxnId="{EF341C3A-7B51-4F85-B077-7EBC65C5EF85}">
      <dgm:prSet/>
      <dgm:spPr/>
      <dgm:t>
        <a:bodyPr/>
        <a:lstStyle/>
        <a:p>
          <a:endParaRPr lang="en-US"/>
        </a:p>
      </dgm:t>
    </dgm:pt>
    <dgm:pt modelId="{3C58AF6C-1F53-4AAB-8DF9-D266D27D1667}" type="sibTrans" cxnId="{EF341C3A-7B51-4F85-B077-7EBC65C5EF85}">
      <dgm:prSet/>
      <dgm:spPr/>
      <dgm:t>
        <a:bodyPr/>
        <a:lstStyle/>
        <a:p>
          <a:endParaRPr lang="en-US"/>
        </a:p>
      </dgm:t>
    </dgm:pt>
    <dgm:pt modelId="{85BF24C9-E241-4812-87AB-BF5E32F1B5B6}" type="pres">
      <dgm:prSet presAssocID="{C01F6A3F-6E7D-43A3-A0A5-873225E1EA16}" presName="Name0" presStyleCnt="0">
        <dgm:presLayoutVars>
          <dgm:chMax/>
          <dgm:chPref/>
          <dgm:dir/>
          <dgm:animLvl val="lvl"/>
          <dgm:resizeHandles val="exact"/>
        </dgm:presLayoutVars>
      </dgm:prSet>
      <dgm:spPr/>
    </dgm:pt>
    <dgm:pt modelId="{49DDC6B8-11BF-4D91-A4C3-76311EF12B30}" type="pres">
      <dgm:prSet presAssocID="{90918B51-F574-4644-B56A-07143E2DE8DA}" presName="composite" presStyleCnt="0"/>
      <dgm:spPr/>
    </dgm:pt>
    <dgm:pt modelId="{55505E82-E055-449F-B6DA-D6598EBD00E7}" type="pres">
      <dgm:prSet presAssocID="{90918B51-F574-4644-B56A-07143E2DE8DA}" presName="Image" presStyleLbl="alignNode1" presStyleIdx="0" presStyleCnt="3" custScaleX="97275" custScaleY="60218"/>
      <dgm:spPr>
        <a:blipFill dpi="0" rotWithShape="1">
          <a:blip xmlns:r="http://schemas.openxmlformats.org/officeDocument/2006/relationships" r:embed="rId1"/>
          <a:srcRect/>
          <a:stretch>
            <a:fillRect l="-1446" r="-69"/>
          </a:stretch>
        </a:blipFill>
      </dgm:spPr>
    </dgm:pt>
    <dgm:pt modelId="{17395406-E1A5-4BA2-92E9-7E6CA46D2644}" type="pres">
      <dgm:prSet presAssocID="{90918B51-F574-4644-B56A-07143E2DE8DA}" presName="Accent" presStyleLbl="parChTrans1D1" presStyleIdx="0" presStyleCnt="3" custFlipHor="1" custScaleX="923493" custScaleY="80276"/>
      <dgm:spPr/>
    </dgm:pt>
    <dgm:pt modelId="{42ED8B26-E3EF-4A57-8F9D-ACAB5185B9F5}" type="pres">
      <dgm:prSet presAssocID="{90918B51-F574-4644-B56A-07143E2DE8DA}" presName="Parent" presStyleLbl="revTx" presStyleIdx="0" presStyleCnt="3" custLinFactNeighborY="-18439">
        <dgm:presLayoutVars>
          <dgm:chMax val="0"/>
          <dgm:chPref val="0"/>
          <dgm:bulletEnabled val="1"/>
        </dgm:presLayoutVars>
      </dgm:prSet>
      <dgm:spPr/>
    </dgm:pt>
    <dgm:pt modelId="{3989E2D1-11AE-478E-876F-5E7F4FDD3110}" type="pres">
      <dgm:prSet presAssocID="{9F17403F-6FB0-4BF3-A022-3A11450BA2D6}" presName="sibTrans" presStyleCnt="0"/>
      <dgm:spPr/>
    </dgm:pt>
    <dgm:pt modelId="{92BF72A3-4637-45D9-953C-AD899F969396}" type="pres">
      <dgm:prSet presAssocID="{F2B3725B-BDF5-4520-919D-96BE5B816088}" presName="composite" presStyleCnt="0"/>
      <dgm:spPr/>
    </dgm:pt>
    <dgm:pt modelId="{DC8392E7-CAC4-4A07-8CF9-C964771B949A}" type="pres">
      <dgm:prSet presAssocID="{F2B3725B-BDF5-4520-919D-96BE5B816088}" presName="Image" presStyleLbl="alignNode1" presStyleIdx="1" presStyleCnt="3" custScaleX="97275" custScaleY="60218"/>
      <dgm:spPr>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l="12" r="126"/>
          </a:stretch>
        </a:blipFill>
      </dgm:spPr>
    </dgm:pt>
    <dgm:pt modelId="{CD56B6A9-543A-4037-BD52-78DC7FEA4E90}" type="pres">
      <dgm:prSet presAssocID="{F2B3725B-BDF5-4520-919D-96BE5B816088}" presName="Accent" presStyleLbl="parChTrans1D1" presStyleIdx="1" presStyleCnt="3" custFlipHor="1" custScaleX="2000000" custScaleY="80076"/>
      <dgm:spPr/>
    </dgm:pt>
    <dgm:pt modelId="{81E97F36-D9D2-42A9-97DD-079B5CBA834C}" type="pres">
      <dgm:prSet presAssocID="{F2B3725B-BDF5-4520-919D-96BE5B816088}" presName="Parent" presStyleLbl="revTx" presStyleIdx="1" presStyleCnt="3" custLinFactNeighborY="-18888">
        <dgm:presLayoutVars>
          <dgm:chMax val="0"/>
          <dgm:chPref val="0"/>
          <dgm:bulletEnabled val="1"/>
        </dgm:presLayoutVars>
      </dgm:prSet>
      <dgm:spPr/>
    </dgm:pt>
    <dgm:pt modelId="{E92A78C6-98CC-42A7-8F8A-9F9355F363C0}" type="pres">
      <dgm:prSet presAssocID="{0BA94ECD-594B-4E05-B18A-E97239B69DD9}" presName="sibTrans" presStyleCnt="0"/>
      <dgm:spPr/>
    </dgm:pt>
    <dgm:pt modelId="{FA986897-BB67-418B-BB13-233379DA9A92}" type="pres">
      <dgm:prSet presAssocID="{3F3909DE-51B8-4C65-9B12-F2FEA9866A74}" presName="composite" presStyleCnt="0"/>
      <dgm:spPr/>
    </dgm:pt>
    <dgm:pt modelId="{1AE02A09-9F74-4E96-A6E1-AB058B51F83E}" type="pres">
      <dgm:prSet presAssocID="{3F3909DE-51B8-4C65-9B12-F2FEA9866A74}" presName="Image" presStyleLbl="alignNode1" presStyleIdx="2" presStyleCnt="3" custScaleX="97275" custScaleY="60218"/>
      <dgm:spPr>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l="-164" r="-124"/>
          </a:stretch>
        </a:blipFill>
      </dgm:spPr>
    </dgm:pt>
    <dgm:pt modelId="{C107F17C-47C2-491E-8023-1113677151A0}" type="pres">
      <dgm:prSet presAssocID="{3F3909DE-51B8-4C65-9B12-F2FEA9866A74}" presName="Accent" presStyleLbl="parChTrans1D1" presStyleIdx="2" presStyleCnt="3" custFlipHor="1" custScaleX="2000000" custScaleY="80076"/>
      <dgm:spPr/>
    </dgm:pt>
    <dgm:pt modelId="{EA07EC73-7AC0-4E51-B6BE-9E3AFA06DED8}" type="pres">
      <dgm:prSet presAssocID="{3F3909DE-51B8-4C65-9B12-F2FEA9866A74}" presName="Parent" presStyleLbl="revTx" presStyleIdx="2" presStyleCnt="3" custLinFactNeighborY="-18888">
        <dgm:presLayoutVars>
          <dgm:chMax val="0"/>
          <dgm:chPref val="0"/>
          <dgm:bulletEnabled val="1"/>
        </dgm:presLayoutVars>
      </dgm:prSet>
      <dgm:spPr/>
    </dgm:pt>
  </dgm:ptLst>
  <dgm:cxnLst>
    <dgm:cxn modelId="{642F9E17-64E4-4091-B7AE-57C28B2C9376}" type="presOf" srcId="{90918B51-F574-4644-B56A-07143E2DE8DA}" destId="{42ED8B26-E3EF-4A57-8F9D-ACAB5185B9F5}" srcOrd="0" destOrd="0" presId="urn:microsoft.com/office/officeart/2008/layout/PictureLineup"/>
    <dgm:cxn modelId="{EF341C3A-7B51-4F85-B077-7EBC65C5EF85}" srcId="{C01F6A3F-6E7D-43A3-A0A5-873225E1EA16}" destId="{3F3909DE-51B8-4C65-9B12-F2FEA9866A74}" srcOrd="2" destOrd="0" parTransId="{18C7E5E4-CF24-4DC9-9787-826CB2A13CBA}" sibTransId="{3C58AF6C-1F53-4AAB-8DF9-D266D27D1667}"/>
    <dgm:cxn modelId="{E338AC5E-5648-45A2-ABBB-395E37BBB2E7}" srcId="{C01F6A3F-6E7D-43A3-A0A5-873225E1EA16}" destId="{F2B3725B-BDF5-4520-919D-96BE5B816088}" srcOrd="1" destOrd="0" parTransId="{A5E58E3D-C7FB-47C4-9A98-7A002078FC36}" sibTransId="{0BA94ECD-594B-4E05-B18A-E97239B69DD9}"/>
    <dgm:cxn modelId="{2E52F26E-54E3-4BDC-A032-79E7150675DD}" srcId="{C01F6A3F-6E7D-43A3-A0A5-873225E1EA16}" destId="{90918B51-F574-4644-B56A-07143E2DE8DA}" srcOrd="0" destOrd="0" parTransId="{CCCAE3A6-6042-462A-80F1-AA689796D604}" sibTransId="{9F17403F-6FB0-4BF3-A022-3A11450BA2D6}"/>
    <dgm:cxn modelId="{CAB175E9-1468-49C2-A3E9-2F3C358E9329}" type="presOf" srcId="{C01F6A3F-6E7D-43A3-A0A5-873225E1EA16}" destId="{85BF24C9-E241-4812-87AB-BF5E32F1B5B6}" srcOrd="0" destOrd="0" presId="urn:microsoft.com/office/officeart/2008/layout/PictureLineup"/>
    <dgm:cxn modelId="{1D734FEC-BD13-4E41-82EF-3E5FC4645D65}" type="presOf" srcId="{3F3909DE-51B8-4C65-9B12-F2FEA9866A74}" destId="{EA07EC73-7AC0-4E51-B6BE-9E3AFA06DED8}" srcOrd="0" destOrd="0" presId="urn:microsoft.com/office/officeart/2008/layout/PictureLineup"/>
    <dgm:cxn modelId="{C3386DF8-8C79-469A-9B31-3248C609BB40}" type="presOf" srcId="{F2B3725B-BDF5-4520-919D-96BE5B816088}" destId="{81E97F36-D9D2-42A9-97DD-079B5CBA834C}" srcOrd="0" destOrd="0" presId="urn:microsoft.com/office/officeart/2008/layout/PictureLineup"/>
    <dgm:cxn modelId="{E2DDABDF-A520-4350-BE73-B4B079CF55D2}" type="presParOf" srcId="{85BF24C9-E241-4812-87AB-BF5E32F1B5B6}" destId="{49DDC6B8-11BF-4D91-A4C3-76311EF12B30}" srcOrd="0" destOrd="0" presId="urn:microsoft.com/office/officeart/2008/layout/PictureLineup"/>
    <dgm:cxn modelId="{36E4BAD7-FBC2-486F-860C-47E80FCAF70B}" type="presParOf" srcId="{49DDC6B8-11BF-4D91-A4C3-76311EF12B30}" destId="{55505E82-E055-449F-B6DA-D6598EBD00E7}" srcOrd="0" destOrd="0" presId="urn:microsoft.com/office/officeart/2008/layout/PictureLineup"/>
    <dgm:cxn modelId="{A39698B0-C8D6-4CFA-9184-EEE4D4CFBDAC}" type="presParOf" srcId="{49DDC6B8-11BF-4D91-A4C3-76311EF12B30}" destId="{17395406-E1A5-4BA2-92E9-7E6CA46D2644}" srcOrd="1" destOrd="0" presId="urn:microsoft.com/office/officeart/2008/layout/PictureLineup"/>
    <dgm:cxn modelId="{A58D6BEB-FC10-4E19-BEDE-5E26D1FB7030}" type="presParOf" srcId="{49DDC6B8-11BF-4D91-A4C3-76311EF12B30}" destId="{42ED8B26-E3EF-4A57-8F9D-ACAB5185B9F5}" srcOrd="2" destOrd="0" presId="urn:microsoft.com/office/officeart/2008/layout/PictureLineup"/>
    <dgm:cxn modelId="{4EA2864E-EF56-409E-B1F0-267A3EB10BC6}" type="presParOf" srcId="{85BF24C9-E241-4812-87AB-BF5E32F1B5B6}" destId="{3989E2D1-11AE-478E-876F-5E7F4FDD3110}" srcOrd="1" destOrd="0" presId="urn:microsoft.com/office/officeart/2008/layout/PictureLineup"/>
    <dgm:cxn modelId="{1DA086DA-CB3E-4EA2-9408-F36383699313}" type="presParOf" srcId="{85BF24C9-E241-4812-87AB-BF5E32F1B5B6}" destId="{92BF72A3-4637-45D9-953C-AD899F969396}" srcOrd="2" destOrd="0" presId="urn:microsoft.com/office/officeart/2008/layout/PictureLineup"/>
    <dgm:cxn modelId="{7C978B63-B9F6-4BDD-82AF-029CBA5A6D7E}" type="presParOf" srcId="{92BF72A3-4637-45D9-953C-AD899F969396}" destId="{DC8392E7-CAC4-4A07-8CF9-C964771B949A}" srcOrd="0" destOrd="0" presId="urn:microsoft.com/office/officeart/2008/layout/PictureLineup"/>
    <dgm:cxn modelId="{19D85732-5853-45C7-8D94-B5A29F330A09}" type="presParOf" srcId="{92BF72A3-4637-45D9-953C-AD899F969396}" destId="{CD56B6A9-543A-4037-BD52-78DC7FEA4E90}" srcOrd="1" destOrd="0" presId="urn:microsoft.com/office/officeart/2008/layout/PictureLineup"/>
    <dgm:cxn modelId="{EBB20DC4-1AB7-4422-80DC-11EEE221C566}" type="presParOf" srcId="{92BF72A3-4637-45D9-953C-AD899F969396}" destId="{81E97F36-D9D2-42A9-97DD-079B5CBA834C}" srcOrd="2" destOrd="0" presId="urn:microsoft.com/office/officeart/2008/layout/PictureLineup"/>
    <dgm:cxn modelId="{8EB73D73-30E5-475D-8783-A0FAA955079B}" type="presParOf" srcId="{85BF24C9-E241-4812-87AB-BF5E32F1B5B6}" destId="{E92A78C6-98CC-42A7-8F8A-9F9355F363C0}" srcOrd="3" destOrd="0" presId="urn:microsoft.com/office/officeart/2008/layout/PictureLineup"/>
    <dgm:cxn modelId="{A6F035F2-C8AC-45FA-BBF7-61315153AB0C}" type="presParOf" srcId="{85BF24C9-E241-4812-87AB-BF5E32F1B5B6}" destId="{FA986897-BB67-418B-BB13-233379DA9A92}" srcOrd="4" destOrd="0" presId="urn:microsoft.com/office/officeart/2008/layout/PictureLineup"/>
    <dgm:cxn modelId="{80E36FDA-704E-44B7-83EF-9E8C99E294E2}" type="presParOf" srcId="{FA986897-BB67-418B-BB13-233379DA9A92}" destId="{1AE02A09-9F74-4E96-A6E1-AB058B51F83E}" srcOrd="0" destOrd="0" presId="urn:microsoft.com/office/officeart/2008/layout/PictureLineup"/>
    <dgm:cxn modelId="{2DB8AD99-E619-4D2C-BA8F-B0D85F51D39A}" type="presParOf" srcId="{FA986897-BB67-418B-BB13-233379DA9A92}" destId="{C107F17C-47C2-491E-8023-1113677151A0}" srcOrd="1" destOrd="0" presId="urn:microsoft.com/office/officeart/2008/layout/PictureLineup"/>
    <dgm:cxn modelId="{0BD905D3-ABE2-4419-8293-D4135D709B48}" type="presParOf" srcId="{FA986897-BB67-418B-BB13-233379DA9A92}" destId="{EA07EC73-7AC0-4E51-B6BE-9E3AFA06DED8}" srcOrd="2" destOrd="0" presId="urn:microsoft.com/office/officeart/2008/layout/PictureLineup"/>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4BE9FB0-5997-4470-91DC-9B3839A2696D}" type="doc">
      <dgm:prSet loTypeId="urn:microsoft.com/office/officeart/2009/3/layout/PieProcess" loCatId="process" qsTypeId="urn:microsoft.com/office/officeart/2005/8/quickstyle/simple5" qsCatId="simple" csTypeId="urn:microsoft.com/office/officeart/2005/8/colors/colorful4" csCatId="colorful" phldr="1"/>
      <dgm:spPr/>
      <dgm:t>
        <a:bodyPr/>
        <a:lstStyle/>
        <a:p>
          <a:endParaRPr lang="en-US"/>
        </a:p>
      </dgm:t>
    </dgm:pt>
    <dgm:pt modelId="{52E0640A-4DB8-4C42-8569-03C1551E758A}">
      <dgm:prSet phldrT="[Text]" custT="1"/>
      <dgm:spPr/>
      <dgm:t>
        <a:bodyPr/>
        <a:lstStyle/>
        <a:p>
          <a:r>
            <a:rPr lang="en-US" sz="2800">
              <a:latin typeface="Open Sans" panose="020B0606030504020204" pitchFamily="34" charset="0"/>
              <a:ea typeface="Open Sans" panose="020B0606030504020204" pitchFamily="34" charset="0"/>
              <a:cs typeface="Open Sans" panose="020B0606030504020204" pitchFamily="34" charset="0"/>
            </a:rPr>
            <a:t>MOS Specialist</a:t>
          </a:r>
        </a:p>
      </dgm:t>
    </dgm:pt>
    <dgm:pt modelId="{3CC006ED-2882-40E2-BFEF-3E5A125AB2AF}" type="parTrans" cxnId="{69FE3E07-9ABD-4EF9-8F56-45EA2E70CFB1}">
      <dgm:prSet/>
      <dgm:spPr/>
      <dgm:t>
        <a:bodyPr/>
        <a:lstStyle/>
        <a:p>
          <a:endParaRPr lang="en-US" sz="1500">
            <a:latin typeface="Open Sans" panose="020B0606030504020204" pitchFamily="34" charset="0"/>
            <a:ea typeface="Open Sans" panose="020B0606030504020204" pitchFamily="34" charset="0"/>
            <a:cs typeface="Open Sans" panose="020B0606030504020204" pitchFamily="34" charset="0"/>
          </a:endParaRPr>
        </a:p>
      </dgm:t>
    </dgm:pt>
    <dgm:pt modelId="{9F704104-505D-40DA-A3C3-50AC60CDB204}" type="sibTrans" cxnId="{69FE3E07-9ABD-4EF9-8F56-45EA2E70CFB1}">
      <dgm:prSet/>
      <dgm:spPr/>
      <dgm:t>
        <a:bodyPr/>
        <a:lstStyle/>
        <a:p>
          <a:endParaRPr lang="en-US" sz="1500">
            <a:latin typeface="Open Sans" panose="020B0606030504020204" pitchFamily="34" charset="0"/>
            <a:ea typeface="Open Sans" panose="020B0606030504020204" pitchFamily="34" charset="0"/>
            <a:cs typeface="Open Sans" panose="020B0606030504020204" pitchFamily="34" charset="0"/>
          </a:endParaRPr>
        </a:p>
      </dgm:t>
    </dgm:pt>
    <dgm:pt modelId="{DCB020E4-3EE1-4F61-96DB-15DFAFDCE7E4}">
      <dgm:prSet phldrT="[Text]" custT="1"/>
      <dgm:spPr/>
      <dgm:t>
        <a:bodyPr/>
        <a:lstStyle/>
        <a:p>
          <a:pPr>
            <a:lnSpc>
              <a:spcPct val="100000"/>
            </a:lnSpc>
          </a:pPr>
          <a:r>
            <a:rPr lang="en-US" sz="1400" i="1">
              <a:latin typeface="Open Sans" panose="020B0606030504020204" pitchFamily="34" charset="0"/>
              <a:ea typeface="Open Sans" panose="020B0606030504020204" pitchFamily="34" charset="0"/>
              <a:cs typeface="Open Sans" panose="020B0606030504020204" pitchFamily="34" charset="0"/>
            </a:rPr>
            <a:t>To earn </a:t>
          </a:r>
          <a:r>
            <a:rPr lang="en-US" sz="1400" b="1" i="1">
              <a:latin typeface="Open Sans" panose="020B0606030504020204" pitchFamily="34" charset="0"/>
              <a:ea typeface="Open Sans" panose="020B0606030504020204" pitchFamily="34" charset="0"/>
              <a:cs typeface="Open Sans" panose="020B0606030504020204" pitchFamily="34" charset="0"/>
            </a:rPr>
            <a:t>MOS Specialist Certification</a:t>
          </a:r>
          <a:r>
            <a:rPr lang="en-US" sz="1400" i="1">
              <a:latin typeface="Open Sans" panose="020B0606030504020204" pitchFamily="34" charset="0"/>
              <a:ea typeface="Open Sans" panose="020B0606030504020204" pitchFamily="34" charset="0"/>
              <a:cs typeface="Open Sans" panose="020B0606030504020204" pitchFamily="34" charset="0"/>
            </a:rPr>
            <a:t> pass one of the following exam:</a:t>
          </a:r>
          <a:endParaRPr lang="en-US" sz="1400">
            <a:latin typeface="Open Sans" panose="020B0606030504020204" pitchFamily="34" charset="0"/>
            <a:ea typeface="Open Sans" panose="020B0606030504020204" pitchFamily="34" charset="0"/>
            <a:cs typeface="Open Sans" panose="020B0606030504020204" pitchFamily="34" charset="0"/>
          </a:endParaRPr>
        </a:p>
      </dgm:t>
    </dgm:pt>
    <dgm:pt modelId="{1943DEC2-0573-4B4F-8D0B-03ED1986ACBA}" type="parTrans" cxnId="{16D1D86F-FCAC-4A27-8223-7F9CC596AF6F}">
      <dgm:prSet/>
      <dgm:spPr/>
      <dgm:t>
        <a:bodyPr/>
        <a:lstStyle/>
        <a:p>
          <a:endParaRPr lang="en-US" sz="1500">
            <a:latin typeface="Open Sans" panose="020B0606030504020204" pitchFamily="34" charset="0"/>
            <a:ea typeface="Open Sans" panose="020B0606030504020204" pitchFamily="34" charset="0"/>
            <a:cs typeface="Open Sans" panose="020B0606030504020204" pitchFamily="34" charset="0"/>
          </a:endParaRPr>
        </a:p>
      </dgm:t>
    </dgm:pt>
    <dgm:pt modelId="{7B18F2F3-EB1C-43EF-B3D9-903C4025549D}" type="sibTrans" cxnId="{16D1D86F-FCAC-4A27-8223-7F9CC596AF6F}">
      <dgm:prSet/>
      <dgm:spPr/>
      <dgm:t>
        <a:bodyPr/>
        <a:lstStyle/>
        <a:p>
          <a:endParaRPr lang="en-US" sz="1500">
            <a:latin typeface="Open Sans" panose="020B0606030504020204" pitchFamily="34" charset="0"/>
            <a:ea typeface="Open Sans" panose="020B0606030504020204" pitchFamily="34" charset="0"/>
            <a:cs typeface="Open Sans" panose="020B0606030504020204" pitchFamily="34" charset="0"/>
          </a:endParaRPr>
        </a:p>
      </dgm:t>
    </dgm:pt>
    <dgm:pt modelId="{3C203C7D-AD6E-45AE-83D7-F0C31996C7F1}">
      <dgm:prSet phldrT="[Text]" custT="1"/>
      <dgm:spPr/>
      <dgm:t>
        <a:bodyPr/>
        <a:lstStyle/>
        <a:p>
          <a:r>
            <a:rPr lang="en-US" sz="2800">
              <a:latin typeface="Open Sans" panose="020B0606030504020204" pitchFamily="34" charset="0"/>
              <a:ea typeface="Open Sans" panose="020B0606030504020204" pitchFamily="34" charset="0"/>
              <a:cs typeface="Open Sans" panose="020B0606030504020204" pitchFamily="34" charset="0"/>
            </a:rPr>
            <a:t>MOS Expert</a:t>
          </a:r>
        </a:p>
      </dgm:t>
    </dgm:pt>
    <dgm:pt modelId="{7C395855-E85E-4B62-9F18-C1DAE92613BB}" type="parTrans" cxnId="{7DF78FDB-EA51-4C9E-83A0-ACFDFB06C0F9}">
      <dgm:prSet/>
      <dgm:spPr/>
      <dgm:t>
        <a:bodyPr/>
        <a:lstStyle/>
        <a:p>
          <a:endParaRPr lang="en-US" sz="1500">
            <a:latin typeface="Open Sans" panose="020B0606030504020204" pitchFamily="34" charset="0"/>
            <a:ea typeface="Open Sans" panose="020B0606030504020204" pitchFamily="34" charset="0"/>
            <a:cs typeface="Open Sans" panose="020B0606030504020204" pitchFamily="34" charset="0"/>
          </a:endParaRPr>
        </a:p>
      </dgm:t>
    </dgm:pt>
    <dgm:pt modelId="{275389F8-440A-4548-8D09-DDB797262933}" type="sibTrans" cxnId="{7DF78FDB-EA51-4C9E-83A0-ACFDFB06C0F9}">
      <dgm:prSet/>
      <dgm:spPr/>
      <dgm:t>
        <a:bodyPr/>
        <a:lstStyle/>
        <a:p>
          <a:endParaRPr lang="en-US" sz="1500">
            <a:latin typeface="Open Sans" panose="020B0606030504020204" pitchFamily="34" charset="0"/>
            <a:ea typeface="Open Sans" panose="020B0606030504020204" pitchFamily="34" charset="0"/>
            <a:cs typeface="Open Sans" panose="020B0606030504020204" pitchFamily="34" charset="0"/>
          </a:endParaRPr>
        </a:p>
      </dgm:t>
    </dgm:pt>
    <dgm:pt modelId="{70328154-C3CC-44A6-A76E-8B36AC2513AF}">
      <dgm:prSet phldrT="[Text]" custT="1"/>
      <dgm:spPr/>
      <dgm:t>
        <a:bodyPr/>
        <a:lstStyle/>
        <a:p>
          <a:pPr>
            <a:lnSpc>
              <a:spcPct val="100000"/>
            </a:lnSpc>
          </a:pPr>
          <a:r>
            <a:rPr lang="en-US" sz="1400" i="1">
              <a:latin typeface="Open Sans" panose="020B0606030504020204" pitchFamily="34" charset="0"/>
              <a:ea typeface="Open Sans" panose="020B0606030504020204" pitchFamily="34" charset="0"/>
              <a:cs typeface="Open Sans" panose="020B0606030504020204" pitchFamily="34" charset="0"/>
            </a:rPr>
            <a:t>To earn </a:t>
          </a:r>
          <a:r>
            <a:rPr lang="en-US" sz="1400" b="1" i="1">
              <a:latin typeface="Open Sans" panose="020B0606030504020204" pitchFamily="34" charset="0"/>
              <a:ea typeface="Open Sans" panose="020B0606030504020204" pitchFamily="34" charset="0"/>
              <a:cs typeface="Open Sans" panose="020B0606030504020204" pitchFamily="34" charset="0"/>
            </a:rPr>
            <a:t>MOS Expert Certification </a:t>
          </a:r>
          <a:r>
            <a:rPr lang="en-US" sz="1400" i="1">
              <a:latin typeface="Open Sans" panose="020B0606030504020204" pitchFamily="34" charset="0"/>
              <a:ea typeface="Open Sans" panose="020B0606030504020204" pitchFamily="34" charset="0"/>
              <a:cs typeface="Open Sans" panose="020B0606030504020204" pitchFamily="34" charset="0"/>
            </a:rPr>
            <a:t>pass one of the following tracks:</a:t>
          </a:r>
          <a:endParaRPr lang="en-US" sz="1400">
            <a:latin typeface="Open Sans" panose="020B0606030504020204" pitchFamily="34" charset="0"/>
            <a:ea typeface="Open Sans" panose="020B0606030504020204" pitchFamily="34" charset="0"/>
            <a:cs typeface="Open Sans" panose="020B0606030504020204" pitchFamily="34" charset="0"/>
          </a:endParaRPr>
        </a:p>
      </dgm:t>
    </dgm:pt>
    <dgm:pt modelId="{49BDBE2B-6F53-4777-A5FE-4145BF78B1A4}" type="parTrans" cxnId="{B4002ADA-82A3-4FB3-B2F6-5F360D691B6B}">
      <dgm:prSet/>
      <dgm:spPr/>
      <dgm:t>
        <a:bodyPr/>
        <a:lstStyle/>
        <a:p>
          <a:endParaRPr lang="en-US" sz="1500">
            <a:latin typeface="Open Sans" panose="020B0606030504020204" pitchFamily="34" charset="0"/>
            <a:ea typeface="Open Sans" panose="020B0606030504020204" pitchFamily="34" charset="0"/>
            <a:cs typeface="Open Sans" panose="020B0606030504020204" pitchFamily="34" charset="0"/>
          </a:endParaRPr>
        </a:p>
      </dgm:t>
    </dgm:pt>
    <dgm:pt modelId="{79F26C74-5437-4595-B6CC-34F068119AD1}" type="sibTrans" cxnId="{B4002ADA-82A3-4FB3-B2F6-5F360D691B6B}">
      <dgm:prSet/>
      <dgm:spPr/>
      <dgm:t>
        <a:bodyPr/>
        <a:lstStyle/>
        <a:p>
          <a:endParaRPr lang="en-US" sz="1500">
            <a:latin typeface="Open Sans" panose="020B0606030504020204" pitchFamily="34" charset="0"/>
            <a:ea typeface="Open Sans" panose="020B0606030504020204" pitchFamily="34" charset="0"/>
            <a:cs typeface="Open Sans" panose="020B0606030504020204" pitchFamily="34" charset="0"/>
          </a:endParaRPr>
        </a:p>
      </dgm:t>
    </dgm:pt>
    <dgm:pt modelId="{A36E1E7C-4A6E-45AF-B5F2-A6F80E934746}">
      <dgm:prSet phldrT="[Text]" custT="1"/>
      <dgm:spPr/>
      <dgm:t>
        <a:bodyPr/>
        <a:lstStyle/>
        <a:p>
          <a:r>
            <a:rPr lang="en-US" sz="2800">
              <a:latin typeface="Open Sans" panose="020B0606030504020204" pitchFamily="34" charset="0"/>
              <a:ea typeface="Open Sans" panose="020B0606030504020204" pitchFamily="34" charset="0"/>
              <a:cs typeface="Open Sans" panose="020B0606030504020204" pitchFamily="34" charset="0"/>
            </a:rPr>
            <a:t>MOS Master</a:t>
          </a:r>
        </a:p>
      </dgm:t>
    </dgm:pt>
    <dgm:pt modelId="{8F1E5391-910F-4A56-A50B-1C567AB32546}" type="parTrans" cxnId="{34CF9677-A594-4BD1-B308-247B541103C7}">
      <dgm:prSet/>
      <dgm:spPr/>
      <dgm:t>
        <a:bodyPr/>
        <a:lstStyle/>
        <a:p>
          <a:endParaRPr lang="en-US" sz="1500">
            <a:latin typeface="Open Sans" panose="020B0606030504020204" pitchFamily="34" charset="0"/>
            <a:ea typeface="Open Sans" panose="020B0606030504020204" pitchFamily="34" charset="0"/>
            <a:cs typeface="Open Sans" panose="020B0606030504020204" pitchFamily="34" charset="0"/>
          </a:endParaRPr>
        </a:p>
      </dgm:t>
    </dgm:pt>
    <dgm:pt modelId="{0A4FFD90-5255-416C-82A3-67CE2E83BCF7}" type="sibTrans" cxnId="{34CF9677-A594-4BD1-B308-247B541103C7}">
      <dgm:prSet/>
      <dgm:spPr/>
      <dgm:t>
        <a:bodyPr/>
        <a:lstStyle/>
        <a:p>
          <a:endParaRPr lang="en-US" sz="1500">
            <a:latin typeface="Open Sans" panose="020B0606030504020204" pitchFamily="34" charset="0"/>
            <a:ea typeface="Open Sans" panose="020B0606030504020204" pitchFamily="34" charset="0"/>
            <a:cs typeface="Open Sans" panose="020B0606030504020204" pitchFamily="34" charset="0"/>
          </a:endParaRPr>
        </a:p>
      </dgm:t>
    </dgm:pt>
    <dgm:pt modelId="{1F58BA85-7BA5-4EC2-9326-AF65FB106F95}">
      <dgm:prSet phldrT="[Text]" custT="1"/>
      <dgm:spPr/>
      <dgm:t>
        <a:bodyPr/>
        <a:lstStyle/>
        <a:p>
          <a:pPr>
            <a:lnSpc>
              <a:spcPct val="100000"/>
            </a:lnSpc>
          </a:pPr>
          <a:r>
            <a:rPr lang="en-US" sz="1400" i="1">
              <a:latin typeface="Open Sans" panose="020B0606030504020204" pitchFamily="34" charset="0"/>
              <a:ea typeface="Open Sans" panose="020B0606030504020204" pitchFamily="34" charset="0"/>
              <a:cs typeface="Open Sans" panose="020B0606030504020204" pitchFamily="34" charset="0"/>
            </a:rPr>
            <a:t>To earn </a:t>
          </a:r>
          <a:r>
            <a:rPr lang="en-US" sz="1400" b="1" i="1">
              <a:latin typeface="Open Sans" panose="020B0606030504020204" pitchFamily="34" charset="0"/>
              <a:ea typeface="Open Sans" panose="020B0606030504020204" pitchFamily="34" charset="0"/>
              <a:cs typeface="Open Sans" panose="020B0606030504020204" pitchFamily="34" charset="0"/>
            </a:rPr>
            <a:t>MOS Master Certification </a:t>
          </a:r>
          <a:r>
            <a:rPr lang="en-US" sz="1400" i="1">
              <a:latin typeface="Open Sans" panose="020B0606030504020204" pitchFamily="34" charset="0"/>
              <a:ea typeface="Open Sans" panose="020B0606030504020204" pitchFamily="34" charset="0"/>
              <a:cs typeface="Open Sans" panose="020B0606030504020204" pitchFamily="34" charset="0"/>
            </a:rPr>
            <a:t>complete three require exams and one elective exam:</a:t>
          </a:r>
          <a:endParaRPr lang="en-US" sz="1400">
            <a:latin typeface="Open Sans" panose="020B0606030504020204" pitchFamily="34" charset="0"/>
            <a:ea typeface="Open Sans" panose="020B0606030504020204" pitchFamily="34" charset="0"/>
            <a:cs typeface="Open Sans" panose="020B0606030504020204" pitchFamily="34" charset="0"/>
          </a:endParaRPr>
        </a:p>
      </dgm:t>
    </dgm:pt>
    <dgm:pt modelId="{AA74F032-D586-4ED9-957F-00B266D969AE}" type="parTrans" cxnId="{46F1D0E9-8ABD-454D-AC35-D62F32FA5F48}">
      <dgm:prSet/>
      <dgm:spPr/>
      <dgm:t>
        <a:bodyPr/>
        <a:lstStyle/>
        <a:p>
          <a:endParaRPr lang="en-US" sz="1500">
            <a:latin typeface="Open Sans" panose="020B0606030504020204" pitchFamily="34" charset="0"/>
            <a:ea typeface="Open Sans" panose="020B0606030504020204" pitchFamily="34" charset="0"/>
            <a:cs typeface="Open Sans" panose="020B0606030504020204" pitchFamily="34" charset="0"/>
          </a:endParaRPr>
        </a:p>
      </dgm:t>
    </dgm:pt>
    <dgm:pt modelId="{16D897B4-8D15-4C4D-9624-2D2E3F4914FA}" type="sibTrans" cxnId="{46F1D0E9-8ABD-454D-AC35-D62F32FA5F48}">
      <dgm:prSet/>
      <dgm:spPr/>
      <dgm:t>
        <a:bodyPr/>
        <a:lstStyle/>
        <a:p>
          <a:endParaRPr lang="en-US" sz="1500">
            <a:latin typeface="Open Sans" panose="020B0606030504020204" pitchFamily="34" charset="0"/>
            <a:ea typeface="Open Sans" panose="020B0606030504020204" pitchFamily="34" charset="0"/>
            <a:cs typeface="Open Sans" panose="020B0606030504020204" pitchFamily="34" charset="0"/>
          </a:endParaRPr>
        </a:p>
      </dgm:t>
    </dgm:pt>
    <dgm:pt modelId="{59A9750D-3A0C-45DA-9409-02D5C727104C}">
      <dgm:prSet phldrT="[Text]" custT="1"/>
      <dgm:spPr/>
      <dgm:t>
        <a:bodyPr/>
        <a:lstStyle/>
        <a:p>
          <a:pPr>
            <a:lnSpc>
              <a:spcPct val="100000"/>
            </a:lnSpc>
          </a:pPr>
          <a:r>
            <a:rPr lang="en-US" sz="1400" i="1">
              <a:latin typeface="Open Sans" panose="020B0606030504020204" pitchFamily="34" charset="0"/>
              <a:ea typeface="Open Sans" panose="020B0606030504020204" pitchFamily="34" charset="0"/>
              <a:cs typeface="Open Sans" panose="020B0606030504020204" pitchFamily="34" charset="0"/>
            </a:rPr>
            <a:t>Require three exams:</a:t>
          </a:r>
          <a:endParaRPr lang="en-US" sz="1400">
            <a:latin typeface="Open Sans" panose="020B0606030504020204" pitchFamily="34" charset="0"/>
            <a:ea typeface="Open Sans" panose="020B0606030504020204" pitchFamily="34" charset="0"/>
            <a:cs typeface="Open Sans" panose="020B0606030504020204" pitchFamily="34" charset="0"/>
          </a:endParaRPr>
        </a:p>
      </dgm:t>
    </dgm:pt>
    <dgm:pt modelId="{4F1CC648-FD2D-4B8D-B874-C72C2FA36291}" type="parTrans" cxnId="{3897D83B-CC03-4A66-BCD4-E684E5BA36E3}">
      <dgm:prSet/>
      <dgm:spPr/>
      <dgm:t>
        <a:bodyPr/>
        <a:lstStyle/>
        <a:p>
          <a:endParaRPr lang="en-US" sz="1500"/>
        </a:p>
      </dgm:t>
    </dgm:pt>
    <dgm:pt modelId="{4E16EE8F-39AF-4F61-957E-46396F2BE8E1}" type="sibTrans" cxnId="{3897D83B-CC03-4A66-BCD4-E684E5BA36E3}">
      <dgm:prSet/>
      <dgm:spPr/>
      <dgm:t>
        <a:bodyPr/>
        <a:lstStyle/>
        <a:p>
          <a:endParaRPr lang="en-US" sz="1500"/>
        </a:p>
      </dgm:t>
    </dgm:pt>
    <dgm:pt modelId="{0D5D93F7-D9E1-44B5-BB47-F1E4C5D4D96D}">
      <dgm:prSet phldrT="[Text]" custT="1"/>
      <dgm:spPr/>
      <dgm:t>
        <a:bodyPr/>
        <a:lstStyle/>
        <a:p>
          <a:pPr>
            <a:lnSpc>
              <a:spcPct val="100000"/>
            </a:lnSpc>
          </a:pPr>
          <a:r>
            <a:rPr lang="en-US" sz="1400" i="1">
              <a:latin typeface="Open Sans" panose="020B0606030504020204" pitchFamily="34" charset="0"/>
              <a:ea typeface="Open Sans" panose="020B0606030504020204" pitchFamily="34" charset="0"/>
              <a:cs typeface="Open Sans" panose="020B0606030504020204" pitchFamily="34" charset="0"/>
            </a:rPr>
            <a:t>One elective exam:</a:t>
          </a:r>
        </a:p>
      </dgm:t>
    </dgm:pt>
    <dgm:pt modelId="{069488AE-9374-46FC-807C-C718C5FB188C}" type="parTrans" cxnId="{A5E06369-DF3B-48B9-A9FE-264AA841010B}">
      <dgm:prSet/>
      <dgm:spPr/>
      <dgm:t>
        <a:bodyPr/>
        <a:lstStyle/>
        <a:p>
          <a:endParaRPr lang="en-US" sz="1500"/>
        </a:p>
      </dgm:t>
    </dgm:pt>
    <dgm:pt modelId="{37FE18DF-CBB0-4427-A9E7-5A0D64C2F730}" type="sibTrans" cxnId="{A5E06369-DF3B-48B9-A9FE-264AA841010B}">
      <dgm:prSet/>
      <dgm:spPr/>
      <dgm:t>
        <a:bodyPr/>
        <a:lstStyle/>
        <a:p>
          <a:endParaRPr lang="en-US" sz="1500"/>
        </a:p>
      </dgm:t>
    </dgm:pt>
    <dgm:pt modelId="{C2677BEC-9CD2-49FE-ADE4-7D491E817DA4}">
      <dgm:prSet phldrT="[Text]" custT="1"/>
      <dgm:spPr/>
      <dgm:t>
        <a:bodyPr/>
        <a:lstStyle/>
        <a:p>
          <a:pPr>
            <a:lnSpc>
              <a:spcPct val="100000"/>
            </a:lnSpc>
          </a:pPr>
          <a:r>
            <a:rPr lang="en-US" sz="1400">
              <a:latin typeface="Open Sans" panose="020B0606030504020204" pitchFamily="34" charset="0"/>
              <a:ea typeface="Open Sans" panose="020B0606030504020204" pitchFamily="34" charset="0"/>
              <a:cs typeface="Open Sans" panose="020B0606030504020204" pitchFamily="34" charset="0"/>
            </a:rPr>
            <a:t>77-726: Word Expert 2016</a:t>
          </a:r>
        </a:p>
      </dgm:t>
    </dgm:pt>
    <dgm:pt modelId="{6231A269-B037-429F-8EAA-E1CFA0C25110}" type="parTrans" cxnId="{B78131B1-CFFC-44CB-98AE-55593AE2ADAB}">
      <dgm:prSet/>
      <dgm:spPr/>
      <dgm:t>
        <a:bodyPr/>
        <a:lstStyle/>
        <a:p>
          <a:endParaRPr lang="en-US" sz="1500"/>
        </a:p>
      </dgm:t>
    </dgm:pt>
    <dgm:pt modelId="{EAF5F889-A8F8-4C52-AFDB-F451DD020456}" type="sibTrans" cxnId="{B78131B1-CFFC-44CB-98AE-55593AE2ADAB}">
      <dgm:prSet/>
      <dgm:spPr/>
      <dgm:t>
        <a:bodyPr/>
        <a:lstStyle/>
        <a:p>
          <a:endParaRPr lang="en-US" sz="1500"/>
        </a:p>
      </dgm:t>
    </dgm:pt>
    <dgm:pt modelId="{5A85CF54-33B4-4562-8031-4EEB8F949D35}">
      <dgm:prSet phldrT="[Text]" custT="1"/>
      <dgm:spPr/>
      <dgm:t>
        <a:bodyPr/>
        <a:lstStyle/>
        <a:p>
          <a:pPr>
            <a:lnSpc>
              <a:spcPct val="100000"/>
            </a:lnSpc>
          </a:pPr>
          <a:r>
            <a:rPr lang="en-US" sz="1400">
              <a:latin typeface="Open Sans" panose="020B0606030504020204" pitchFamily="34" charset="0"/>
              <a:ea typeface="Open Sans" panose="020B0606030504020204" pitchFamily="34" charset="0"/>
              <a:cs typeface="Open Sans" panose="020B0606030504020204" pitchFamily="34" charset="0"/>
            </a:rPr>
            <a:t>77-728: Excel Expert 2016</a:t>
          </a:r>
        </a:p>
      </dgm:t>
    </dgm:pt>
    <dgm:pt modelId="{D0A8412C-13CA-437E-9F34-25C8F60992C8}" type="parTrans" cxnId="{C7906EC5-1E5C-481A-88F7-51C395DE067A}">
      <dgm:prSet/>
      <dgm:spPr/>
      <dgm:t>
        <a:bodyPr/>
        <a:lstStyle/>
        <a:p>
          <a:endParaRPr lang="en-US" sz="1500"/>
        </a:p>
      </dgm:t>
    </dgm:pt>
    <dgm:pt modelId="{49ECCCAB-DA94-4871-98BC-E381AFEA0F4B}" type="sibTrans" cxnId="{C7906EC5-1E5C-481A-88F7-51C395DE067A}">
      <dgm:prSet/>
      <dgm:spPr/>
      <dgm:t>
        <a:bodyPr/>
        <a:lstStyle/>
        <a:p>
          <a:endParaRPr lang="en-US" sz="1500"/>
        </a:p>
      </dgm:t>
    </dgm:pt>
    <dgm:pt modelId="{956CF873-5293-4EDC-BE87-FDF5F7EB0346}">
      <dgm:prSet phldrT="[Text]" custT="1"/>
      <dgm:spPr/>
      <dgm:t>
        <a:bodyPr/>
        <a:lstStyle/>
        <a:p>
          <a:pPr>
            <a:lnSpc>
              <a:spcPct val="100000"/>
            </a:lnSpc>
          </a:pPr>
          <a:r>
            <a:rPr lang="en-US" sz="1400">
              <a:latin typeface="Open Sans" panose="020B0606030504020204" pitchFamily="34" charset="0"/>
              <a:ea typeface="Open Sans" panose="020B0606030504020204" pitchFamily="34" charset="0"/>
              <a:cs typeface="Open Sans" panose="020B0606030504020204" pitchFamily="34" charset="0"/>
            </a:rPr>
            <a:t>77-729: PowerPoint 2016</a:t>
          </a:r>
        </a:p>
      </dgm:t>
    </dgm:pt>
    <dgm:pt modelId="{85585B5E-100D-4353-B894-91B6BEBDBD07}" type="parTrans" cxnId="{C899BE32-4DCF-49F1-9FAC-922ED45DCA67}">
      <dgm:prSet/>
      <dgm:spPr/>
      <dgm:t>
        <a:bodyPr/>
        <a:lstStyle/>
        <a:p>
          <a:endParaRPr lang="en-US" sz="1500"/>
        </a:p>
      </dgm:t>
    </dgm:pt>
    <dgm:pt modelId="{B0800DB0-135B-4B69-AA28-9F6167434173}" type="sibTrans" cxnId="{C899BE32-4DCF-49F1-9FAC-922ED45DCA67}">
      <dgm:prSet/>
      <dgm:spPr/>
      <dgm:t>
        <a:bodyPr/>
        <a:lstStyle/>
        <a:p>
          <a:endParaRPr lang="en-US" sz="1500"/>
        </a:p>
      </dgm:t>
    </dgm:pt>
    <dgm:pt modelId="{A67CF15B-A1CC-4029-868F-1A1A29BE15EE}">
      <dgm:prSet phldrT="[Text]" custT="1"/>
      <dgm:spPr/>
      <dgm:t>
        <a:bodyPr/>
        <a:lstStyle/>
        <a:p>
          <a:pPr>
            <a:lnSpc>
              <a:spcPct val="100000"/>
            </a:lnSpc>
          </a:pPr>
          <a:r>
            <a:rPr lang="en-US" sz="1400">
              <a:latin typeface="Open Sans" panose="020B0606030504020204" pitchFamily="34" charset="0"/>
              <a:ea typeface="Open Sans" panose="020B0606030504020204" pitchFamily="34" charset="0"/>
              <a:cs typeface="Open Sans" panose="020B0606030504020204" pitchFamily="34" charset="0"/>
            </a:rPr>
            <a:t>77-730: Access 2016</a:t>
          </a:r>
        </a:p>
      </dgm:t>
    </dgm:pt>
    <dgm:pt modelId="{E9F7D2DB-3F78-4423-9340-A5D942A609D3}" type="parTrans" cxnId="{FF4D72C0-EE84-4911-92C2-C11894CD7CCD}">
      <dgm:prSet/>
      <dgm:spPr/>
      <dgm:t>
        <a:bodyPr/>
        <a:lstStyle/>
        <a:p>
          <a:endParaRPr lang="en-US" sz="1500"/>
        </a:p>
      </dgm:t>
    </dgm:pt>
    <dgm:pt modelId="{68B5EDF1-2DE4-4E04-8ECD-825EE8950598}" type="sibTrans" cxnId="{FF4D72C0-EE84-4911-92C2-C11894CD7CCD}">
      <dgm:prSet/>
      <dgm:spPr/>
      <dgm:t>
        <a:bodyPr/>
        <a:lstStyle/>
        <a:p>
          <a:endParaRPr lang="en-US" sz="1500"/>
        </a:p>
      </dgm:t>
    </dgm:pt>
    <dgm:pt modelId="{60D7F1F6-D246-4C67-A380-F68337C7246E}">
      <dgm:prSet phldrT="[Text]" custT="1"/>
      <dgm:spPr/>
      <dgm:t>
        <a:bodyPr/>
        <a:lstStyle/>
        <a:p>
          <a:pPr>
            <a:lnSpc>
              <a:spcPct val="100000"/>
            </a:lnSpc>
          </a:pPr>
          <a:r>
            <a:rPr lang="en-US" sz="1400">
              <a:latin typeface="Open Sans" panose="020B0606030504020204" pitchFamily="34" charset="0"/>
              <a:ea typeface="Open Sans" panose="020B0606030504020204" pitchFamily="34" charset="0"/>
              <a:cs typeface="Open Sans" panose="020B0606030504020204" pitchFamily="34" charset="0"/>
            </a:rPr>
            <a:t>77-726: Word Expert 2016</a:t>
          </a:r>
        </a:p>
      </dgm:t>
    </dgm:pt>
    <dgm:pt modelId="{05C07A98-4543-42D0-8232-D9D6DE39A113}" type="parTrans" cxnId="{962F9D2F-2A25-4CFB-8FD5-5B0723178539}">
      <dgm:prSet/>
      <dgm:spPr/>
      <dgm:t>
        <a:bodyPr/>
        <a:lstStyle/>
        <a:p>
          <a:endParaRPr lang="en-US"/>
        </a:p>
      </dgm:t>
    </dgm:pt>
    <dgm:pt modelId="{5C0660C2-25F1-4DC0-982D-3E9CDA3C252D}" type="sibTrans" cxnId="{962F9D2F-2A25-4CFB-8FD5-5B0723178539}">
      <dgm:prSet/>
      <dgm:spPr/>
      <dgm:t>
        <a:bodyPr/>
        <a:lstStyle/>
        <a:p>
          <a:endParaRPr lang="en-US"/>
        </a:p>
      </dgm:t>
    </dgm:pt>
    <dgm:pt modelId="{449FAF1A-018F-4151-B273-29255C15A4E2}">
      <dgm:prSet phldrT="[Text]" custT="1"/>
      <dgm:spPr/>
      <dgm:t>
        <a:bodyPr/>
        <a:lstStyle/>
        <a:p>
          <a:pPr>
            <a:lnSpc>
              <a:spcPct val="100000"/>
            </a:lnSpc>
          </a:pPr>
          <a:r>
            <a:rPr lang="en-US" sz="1400">
              <a:latin typeface="Open Sans" panose="020B0606030504020204" pitchFamily="34" charset="0"/>
              <a:ea typeface="Open Sans" panose="020B0606030504020204" pitchFamily="34" charset="0"/>
              <a:cs typeface="Open Sans" panose="020B0606030504020204" pitchFamily="34" charset="0"/>
            </a:rPr>
            <a:t>77-728: Excel Expert 2016</a:t>
          </a:r>
        </a:p>
      </dgm:t>
    </dgm:pt>
    <dgm:pt modelId="{E621499E-182E-47E7-B704-C72B19764133}" type="parTrans" cxnId="{7888443A-0327-4A67-9920-4A35D8C510CC}">
      <dgm:prSet/>
      <dgm:spPr/>
      <dgm:t>
        <a:bodyPr/>
        <a:lstStyle/>
        <a:p>
          <a:endParaRPr lang="en-US"/>
        </a:p>
      </dgm:t>
    </dgm:pt>
    <dgm:pt modelId="{D8F9C307-2764-42A6-8082-5C7BD9548D69}" type="sibTrans" cxnId="{7888443A-0327-4A67-9920-4A35D8C510CC}">
      <dgm:prSet/>
      <dgm:spPr/>
      <dgm:t>
        <a:bodyPr/>
        <a:lstStyle/>
        <a:p>
          <a:endParaRPr lang="en-US"/>
        </a:p>
      </dgm:t>
    </dgm:pt>
    <dgm:pt modelId="{78D60724-3D97-42B8-A7EA-2C3F8968B5CE}">
      <dgm:prSet phldrT="[Text]" custT="1"/>
      <dgm:spPr/>
      <dgm:t>
        <a:bodyPr/>
        <a:lstStyle/>
        <a:p>
          <a:pPr>
            <a:lnSpc>
              <a:spcPct val="100000"/>
            </a:lnSpc>
          </a:pPr>
          <a:r>
            <a:rPr lang="en-US" sz="1400">
              <a:latin typeface="Open Sans" panose="020B0606030504020204" pitchFamily="34" charset="0"/>
              <a:ea typeface="Open Sans" panose="020B0606030504020204" pitchFamily="34" charset="0"/>
              <a:cs typeface="Open Sans" panose="020B0606030504020204" pitchFamily="34" charset="0"/>
            </a:rPr>
            <a:t>77-725: Word 2016</a:t>
          </a:r>
        </a:p>
      </dgm:t>
    </dgm:pt>
    <dgm:pt modelId="{F2A1D311-8A98-4EAC-8E16-4ADCA735B4FB}" type="parTrans" cxnId="{F6CA4E18-78CC-4E53-9F3D-E04A008F5175}">
      <dgm:prSet/>
      <dgm:spPr/>
      <dgm:t>
        <a:bodyPr/>
        <a:lstStyle/>
        <a:p>
          <a:endParaRPr lang="en-US"/>
        </a:p>
      </dgm:t>
    </dgm:pt>
    <dgm:pt modelId="{68741C02-4B5E-4824-B03C-35E26452F8C1}" type="sibTrans" cxnId="{F6CA4E18-78CC-4E53-9F3D-E04A008F5175}">
      <dgm:prSet/>
      <dgm:spPr/>
      <dgm:t>
        <a:bodyPr/>
        <a:lstStyle/>
        <a:p>
          <a:endParaRPr lang="en-US"/>
        </a:p>
      </dgm:t>
    </dgm:pt>
    <dgm:pt modelId="{9CCABB94-2072-49D7-9197-49533226C58A}">
      <dgm:prSet phldrT="[Text]" custT="1"/>
      <dgm:spPr/>
      <dgm:t>
        <a:bodyPr/>
        <a:lstStyle/>
        <a:p>
          <a:pPr>
            <a:lnSpc>
              <a:spcPct val="100000"/>
            </a:lnSpc>
          </a:pPr>
          <a:r>
            <a:rPr lang="en-US" sz="1400">
              <a:latin typeface="Open Sans" panose="020B0606030504020204" pitchFamily="34" charset="0"/>
              <a:ea typeface="Open Sans" panose="020B0606030504020204" pitchFamily="34" charset="0"/>
              <a:cs typeface="Open Sans" panose="020B0606030504020204" pitchFamily="34" charset="0"/>
            </a:rPr>
            <a:t>77-727: Excel 2016</a:t>
          </a:r>
        </a:p>
      </dgm:t>
    </dgm:pt>
    <dgm:pt modelId="{5608E8F3-DDB8-4DD6-A18C-3F24775BD0D0}" type="parTrans" cxnId="{AB6E5EC0-6B93-4965-9073-2D235FD19BE4}">
      <dgm:prSet/>
      <dgm:spPr/>
      <dgm:t>
        <a:bodyPr/>
        <a:lstStyle/>
        <a:p>
          <a:endParaRPr lang="en-US"/>
        </a:p>
      </dgm:t>
    </dgm:pt>
    <dgm:pt modelId="{0EFAFFB9-F4F9-428D-8194-627F05276E5B}" type="sibTrans" cxnId="{AB6E5EC0-6B93-4965-9073-2D235FD19BE4}">
      <dgm:prSet/>
      <dgm:spPr/>
      <dgm:t>
        <a:bodyPr/>
        <a:lstStyle/>
        <a:p>
          <a:endParaRPr lang="en-US"/>
        </a:p>
      </dgm:t>
    </dgm:pt>
    <dgm:pt modelId="{5E3C200F-4943-4AE2-A67C-52CAD3049120}">
      <dgm:prSet phldrT="[Text]" custT="1"/>
      <dgm:spPr/>
      <dgm:t>
        <a:bodyPr/>
        <a:lstStyle/>
        <a:p>
          <a:pPr>
            <a:lnSpc>
              <a:spcPct val="100000"/>
            </a:lnSpc>
          </a:pPr>
          <a:r>
            <a:rPr lang="en-US" sz="1400">
              <a:latin typeface="Open Sans" panose="020B0606030504020204" pitchFamily="34" charset="0"/>
              <a:ea typeface="Open Sans" panose="020B0606030504020204" pitchFamily="34" charset="0"/>
              <a:cs typeface="Open Sans" panose="020B0606030504020204" pitchFamily="34" charset="0"/>
            </a:rPr>
            <a:t>77-729: PowerPoint 2016</a:t>
          </a:r>
        </a:p>
      </dgm:t>
    </dgm:pt>
    <dgm:pt modelId="{F1C9C8EE-7E95-4DC0-864B-B2AE78926F19}" type="parTrans" cxnId="{645DA597-AE4F-4C17-99A1-B4566081732F}">
      <dgm:prSet/>
      <dgm:spPr/>
      <dgm:t>
        <a:bodyPr/>
        <a:lstStyle/>
        <a:p>
          <a:endParaRPr lang="en-US"/>
        </a:p>
      </dgm:t>
    </dgm:pt>
    <dgm:pt modelId="{FDDBCDB8-5DA1-4734-AB6A-F92CEB5F96E1}" type="sibTrans" cxnId="{645DA597-AE4F-4C17-99A1-B4566081732F}">
      <dgm:prSet/>
      <dgm:spPr/>
      <dgm:t>
        <a:bodyPr/>
        <a:lstStyle/>
        <a:p>
          <a:endParaRPr lang="en-US"/>
        </a:p>
      </dgm:t>
    </dgm:pt>
    <dgm:pt modelId="{22DEEC12-F645-47BF-965E-4481AB3C1A68}">
      <dgm:prSet phldrT="[Text]" custT="1"/>
      <dgm:spPr/>
      <dgm:t>
        <a:bodyPr/>
        <a:lstStyle/>
        <a:p>
          <a:pPr>
            <a:lnSpc>
              <a:spcPct val="100000"/>
            </a:lnSpc>
          </a:pPr>
          <a:r>
            <a:rPr lang="en-US" sz="1400">
              <a:latin typeface="Open Sans" panose="020B0606030504020204" pitchFamily="34" charset="0"/>
              <a:ea typeface="Open Sans" panose="020B0606030504020204" pitchFamily="34" charset="0"/>
              <a:cs typeface="Open Sans" panose="020B0606030504020204" pitchFamily="34" charset="0"/>
            </a:rPr>
            <a:t>77-730: Access 2016</a:t>
          </a:r>
        </a:p>
      </dgm:t>
    </dgm:pt>
    <dgm:pt modelId="{47BAA04B-729E-47FA-B3C3-2D9B0DAFE2F4}" type="parTrans" cxnId="{D53F9D92-6213-477A-8987-7784B0F02B75}">
      <dgm:prSet/>
      <dgm:spPr/>
      <dgm:t>
        <a:bodyPr/>
        <a:lstStyle/>
        <a:p>
          <a:endParaRPr lang="en-US"/>
        </a:p>
      </dgm:t>
    </dgm:pt>
    <dgm:pt modelId="{625EFCAB-1F05-4D05-8915-7248E482F715}" type="sibTrans" cxnId="{D53F9D92-6213-477A-8987-7784B0F02B75}">
      <dgm:prSet/>
      <dgm:spPr/>
      <dgm:t>
        <a:bodyPr/>
        <a:lstStyle/>
        <a:p>
          <a:endParaRPr lang="en-US"/>
        </a:p>
      </dgm:t>
    </dgm:pt>
    <dgm:pt modelId="{25622C9A-583C-490A-9AB5-0A35764439BD}">
      <dgm:prSet phldrT="[Text]" custT="1"/>
      <dgm:spPr/>
      <dgm:t>
        <a:bodyPr/>
        <a:lstStyle/>
        <a:p>
          <a:pPr>
            <a:lnSpc>
              <a:spcPct val="100000"/>
            </a:lnSpc>
          </a:pPr>
          <a:r>
            <a:rPr lang="en-US" sz="1400">
              <a:latin typeface="Open Sans" panose="020B0606030504020204" pitchFamily="34" charset="0"/>
              <a:ea typeface="Open Sans" panose="020B0606030504020204" pitchFamily="34" charset="0"/>
              <a:cs typeface="Open Sans" panose="020B0606030504020204" pitchFamily="34" charset="0"/>
            </a:rPr>
            <a:t>77-731: Outlook 2016</a:t>
          </a:r>
        </a:p>
      </dgm:t>
    </dgm:pt>
    <dgm:pt modelId="{13AD6183-AF04-48C0-95CF-B15311C5D7F4}" type="parTrans" cxnId="{4FF34FCF-8863-48AE-A707-6D4C3FDA574E}">
      <dgm:prSet/>
      <dgm:spPr/>
      <dgm:t>
        <a:bodyPr/>
        <a:lstStyle/>
        <a:p>
          <a:endParaRPr lang="en-US"/>
        </a:p>
      </dgm:t>
    </dgm:pt>
    <dgm:pt modelId="{F9C8E637-BD47-4583-A026-476842435D4B}" type="sibTrans" cxnId="{4FF34FCF-8863-48AE-A707-6D4C3FDA574E}">
      <dgm:prSet/>
      <dgm:spPr/>
      <dgm:t>
        <a:bodyPr/>
        <a:lstStyle/>
        <a:p>
          <a:endParaRPr lang="en-US"/>
        </a:p>
      </dgm:t>
    </dgm:pt>
    <dgm:pt modelId="{352E6C7D-8D16-4E62-8622-792FBB451EE1}">
      <dgm:prSet phldrT="[Text]" custT="1"/>
      <dgm:spPr/>
      <dgm:t>
        <a:bodyPr/>
        <a:lstStyle/>
        <a:p>
          <a:pPr>
            <a:lnSpc>
              <a:spcPct val="100000"/>
            </a:lnSpc>
          </a:pPr>
          <a:r>
            <a:rPr lang="en-US" sz="1400">
              <a:latin typeface="Open Sans" panose="020B0606030504020204" pitchFamily="34" charset="0"/>
              <a:ea typeface="Open Sans" panose="020B0606030504020204" pitchFamily="34" charset="0"/>
              <a:cs typeface="Open Sans" panose="020B0606030504020204" pitchFamily="34" charset="0"/>
            </a:rPr>
            <a:t>77-731: Outlook 2016</a:t>
          </a:r>
        </a:p>
      </dgm:t>
    </dgm:pt>
    <dgm:pt modelId="{39E97672-8475-4A50-A2C4-3944162E14B1}" type="parTrans" cxnId="{D5E83AB2-75B7-471C-B162-952751FFC93D}">
      <dgm:prSet/>
      <dgm:spPr/>
      <dgm:t>
        <a:bodyPr/>
        <a:lstStyle/>
        <a:p>
          <a:endParaRPr lang="en-US"/>
        </a:p>
      </dgm:t>
    </dgm:pt>
    <dgm:pt modelId="{27413D4C-77DC-494F-8E56-546BB8130900}" type="sibTrans" cxnId="{D5E83AB2-75B7-471C-B162-952751FFC93D}">
      <dgm:prSet/>
      <dgm:spPr/>
      <dgm:t>
        <a:bodyPr/>
        <a:lstStyle/>
        <a:p>
          <a:endParaRPr lang="en-US"/>
        </a:p>
      </dgm:t>
    </dgm:pt>
    <dgm:pt modelId="{1FE609C9-39D6-4592-B1C0-4747EC5045D7}" type="pres">
      <dgm:prSet presAssocID="{84BE9FB0-5997-4470-91DC-9B3839A2696D}" presName="Name0" presStyleCnt="0">
        <dgm:presLayoutVars>
          <dgm:chMax val="7"/>
          <dgm:chPref val="7"/>
          <dgm:dir/>
          <dgm:animOne val="branch"/>
          <dgm:animLvl val="lvl"/>
        </dgm:presLayoutVars>
      </dgm:prSet>
      <dgm:spPr/>
    </dgm:pt>
    <dgm:pt modelId="{06D0797D-EC3E-4CF4-B4DE-964AFDDA475B}" type="pres">
      <dgm:prSet presAssocID="{52E0640A-4DB8-4C42-8569-03C1551E758A}" presName="ParentComposite" presStyleCnt="0"/>
      <dgm:spPr/>
    </dgm:pt>
    <dgm:pt modelId="{9D6D3749-E745-47D1-BE50-1E170DA4000A}" type="pres">
      <dgm:prSet presAssocID="{52E0640A-4DB8-4C42-8569-03C1551E758A}" presName="Chord" presStyleLbl="bgShp" presStyleIdx="0" presStyleCnt="3"/>
      <dgm:spPr/>
    </dgm:pt>
    <dgm:pt modelId="{CC966A89-4DCD-4078-958A-D03712350D61}" type="pres">
      <dgm:prSet presAssocID="{52E0640A-4DB8-4C42-8569-03C1551E758A}" presName="Pie" presStyleLbl="alignNode1" presStyleIdx="0" presStyleCnt="3"/>
      <dgm:spPr/>
    </dgm:pt>
    <dgm:pt modelId="{7F7BF7BB-F936-42C3-9B13-24AAF8683751}" type="pres">
      <dgm:prSet presAssocID="{52E0640A-4DB8-4C42-8569-03C1551E758A}" presName="Parent" presStyleLbl="revTx" presStyleIdx="0" presStyleCnt="6">
        <dgm:presLayoutVars>
          <dgm:chMax val="1"/>
          <dgm:chPref val="1"/>
          <dgm:bulletEnabled val="1"/>
        </dgm:presLayoutVars>
      </dgm:prSet>
      <dgm:spPr/>
    </dgm:pt>
    <dgm:pt modelId="{C31C7CF3-ED7B-4E31-AF90-D7CBFFF40930}" type="pres">
      <dgm:prSet presAssocID="{7B18F2F3-EB1C-43EF-B3D9-903C4025549D}" presName="negSibTrans" presStyleCnt="0"/>
      <dgm:spPr/>
    </dgm:pt>
    <dgm:pt modelId="{7EFC61DF-634E-4B22-896A-572AC236C8CF}" type="pres">
      <dgm:prSet presAssocID="{52E0640A-4DB8-4C42-8569-03C1551E758A}" presName="composite" presStyleCnt="0"/>
      <dgm:spPr/>
    </dgm:pt>
    <dgm:pt modelId="{47DFCB08-3965-47D0-908A-DB149982F14B}" type="pres">
      <dgm:prSet presAssocID="{52E0640A-4DB8-4C42-8569-03C1551E758A}" presName="Child" presStyleLbl="revTx" presStyleIdx="1" presStyleCnt="6">
        <dgm:presLayoutVars>
          <dgm:chMax val="0"/>
          <dgm:chPref val="0"/>
          <dgm:bulletEnabled val="1"/>
        </dgm:presLayoutVars>
      </dgm:prSet>
      <dgm:spPr/>
    </dgm:pt>
    <dgm:pt modelId="{A8F6EFB5-CD47-4D3E-ADC0-91C04E9B4E7A}" type="pres">
      <dgm:prSet presAssocID="{9F704104-505D-40DA-A3C3-50AC60CDB204}" presName="sibTrans" presStyleCnt="0"/>
      <dgm:spPr/>
    </dgm:pt>
    <dgm:pt modelId="{863B697B-8FD4-4795-BC27-C5F65870D3AB}" type="pres">
      <dgm:prSet presAssocID="{3C203C7D-AD6E-45AE-83D7-F0C31996C7F1}" presName="ParentComposite" presStyleCnt="0"/>
      <dgm:spPr/>
    </dgm:pt>
    <dgm:pt modelId="{A7E691BB-F006-496A-A33F-7C28C115E875}" type="pres">
      <dgm:prSet presAssocID="{3C203C7D-AD6E-45AE-83D7-F0C31996C7F1}" presName="Chord" presStyleLbl="bgShp" presStyleIdx="1" presStyleCnt="3"/>
      <dgm:spPr/>
    </dgm:pt>
    <dgm:pt modelId="{4CAF08E3-D9D1-4666-B296-12856683B4A3}" type="pres">
      <dgm:prSet presAssocID="{3C203C7D-AD6E-45AE-83D7-F0C31996C7F1}" presName="Pie" presStyleLbl="alignNode1" presStyleIdx="1" presStyleCnt="3"/>
      <dgm:spPr/>
    </dgm:pt>
    <dgm:pt modelId="{1458BF0C-C0CA-4FFD-81D4-04419DAF07C7}" type="pres">
      <dgm:prSet presAssocID="{3C203C7D-AD6E-45AE-83D7-F0C31996C7F1}" presName="Parent" presStyleLbl="revTx" presStyleIdx="2" presStyleCnt="6">
        <dgm:presLayoutVars>
          <dgm:chMax val="1"/>
          <dgm:chPref val="1"/>
          <dgm:bulletEnabled val="1"/>
        </dgm:presLayoutVars>
      </dgm:prSet>
      <dgm:spPr/>
    </dgm:pt>
    <dgm:pt modelId="{40F41A0F-3976-405E-8256-7EF90C219414}" type="pres">
      <dgm:prSet presAssocID="{79F26C74-5437-4595-B6CC-34F068119AD1}" presName="negSibTrans" presStyleCnt="0"/>
      <dgm:spPr/>
    </dgm:pt>
    <dgm:pt modelId="{233B74ED-8773-461B-AD3A-4498434F7474}" type="pres">
      <dgm:prSet presAssocID="{3C203C7D-AD6E-45AE-83D7-F0C31996C7F1}" presName="composite" presStyleCnt="0"/>
      <dgm:spPr/>
    </dgm:pt>
    <dgm:pt modelId="{F46CBDB3-BFF1-48FD-A9DE-4C88A551540D}" type="pres">
      <dgm:prSet presAssocID="{3C203C7D-AD6E-45AE-83D7-F0C31996C7F1}" presName="Child" presStyleLbl="revTx" presStyleIdx="3" presStyleCnt="6">
        <dgm:presLayoutVars>
          <dgm:chMax val="0"/>
          <dgm:chPref val="0"/>
          <dgm:bulletEnabled val="1"/>
        </dgm:presLayoutVars>
      </dgm:prSet>
      <dgm:spPr/>
    </dgm:pt>
    <dgm:pt modelId="{49FF0A3A-F5C4-49A6-AB26-9A858891D1B1}" type="pres">
      <dgm:prSet presAssocID="{275389F8-440A-4548-8D09-DDB797262933}" presName="sibTrans" presStyleCnt="0"/>
      <dgm:spPr/>
    </dgm:pt>
    <dgm:pt modelId="{E5AC1FB0-3E4A-4A8E-8DF6-3346EB499D35}" type="pres">
      <dgm:prSet presAssocID="{A36E1E7C-4A6E-45AF-B5F2-A6F80E934746}" presName="ParentComposite" presStyleCnt="0"/>
      <dgm:spPr/>
    </dgm:pt>
    <dgm:pt modelId="{9C0137EE-AD73-4046-A89C-3C76B6B85C3B}" type="pres">
      <dgm:prSet presAssocID="{A36E1E7C-4A6E-45AF-B5F2-A6F80E934746}" presName="Chord" presStyleLbl="bgShp" presStyleIdx="2" presStyleCnt="3"/>
      <dgm:spPr/>
    </dgm:pt>
    <dgm:pt modelId="{7B15D592-E1CC-40D9-AD46-6895914D68EF}" type="pres">
      <dgm:prSet presAssocID="{A36E1E7C-4A6E-45AF-B5F2-A6F80E934746}" presName="Pie" presStyleLbl="alignNode1" presStyleIdx="2" presStyleCnt="3"/>
      <dgm:spPr/>
    </dgm:pt>
    <dgm:pt modelId="{6226B7BD-BE47-4B11-A82D-903D84AA65FF}" type="pres">
      <dgm:prSet presAssocID="{A36E1E7C-4A6E-45AF-B5F2-A6F80E934746}" presName="Parent" presStyleLbl="revTx" presStyleIdx="4" presStyleCnt="6">
        <dgm:presLayoutVars>
          <dgm:chMax val="1"/>
          <dgm:chPref val="1"/>
          <dgm:bulletEnabled val="1"/>
        </dgm:presLayoutVars>
      </dgm:prSet>
      <dgm:spPr/>
    </dgm:pt>
    <dgm:pt modelId="{358DFB8B-774E-4149-ACD2-422D5A196EB8}" type="pres">
      <dgm:prSet presAssocID="{16D897B4-8D15-4C4D-9624-2D2E3F4914FA}" presName="negSibTrans" presStyleCnt="0"/>
      <dgm:spPr/>
    </dgm:pt>
    <dgm:pt modelId="{924355AA-43C5-4545-A833-FBF0A45F52A9}" type="pres">
      <dgm:prSet presAssocID="{A36E1E7C-4A6E-45AF-B5F2-A6F80E934746}" presName="composite" presStyleCnt="0"/>
      <dgm:spPr/>
    </dgm:pt>
    <dgm:pt modelId="{C4A90656-3416-4263-A7FC-A2A366D65EC0}" type="pres">
      <dgm:prSet presAssocID="{A36E1E7C-4A6E-45AF-B5F2-A6F80E934746}" presName="Child" presStyleLbl="revTx" presStyleIdx="5" presStyleCnt="6">
        <dgm:presLayoutVars>
          <dgm:chMax val="0"/>
          <dgm:chPref val="0"/>
          <dgm:bulletEnabled val="1"/>
        </dgm:presLayoutVars>
      </dgm:prSet>
      <dgm:spPr/>
    </dgm:pt>
  </dgm:ptLst>
  <dgm:cxnLst>
    <dgm:cxn modelId="{69FE3E07-9ABD-4EF9-8F56-45EA2E70CFB1}" srcId="{84BE9FB0-5997-4470-91DC-9B3839A2696D}" destId="{52E0640A-4DB8-4C42-8569-03C1551E758A}" srcOrd="0" destOrd="0" parTransId="{3CC006ED-2882-40E2-BFEF-3E5A125AB2AF}" sibTransId="{9F704104-505D-40DA-A3C3-50AC60CDB204}"/>
    <dgm:cxn modelId="{B4CC3618-06B8-46F5-9753-D06DA01EF8BE}" type="presOf" srcId="{25622C9A-583C-490A-9AB5-0A35764439BD}" destId="{47DFCB08-3965-47D0-908A-DB149982F14B}" srcOrd="0" destOrd="5" presId="urn:microsoft.com/office/officeart/2009/3/layout/PieProcess"/>
    <dgm:cxn modelId="{F6CA4E18-78CC-4E53-9F3D-E04A008F5175}" srcId="{DCB020E4-3EE1-4F61-96DB-15DFAFDCE7E4}" destId="{78D60724-3D97-42B8-A7EA-2C3F8968B5CE}" srcOrd="0" destOrd="0" parTransId="{F2A1D311-8A98-4EAC-8E16-4ADCA735B4FB}" sibTransId="{68741C02-4B5E-4824-B03C-35E26452F8C1}"/>
    <dgm:cxn modelId="{962F9D2F-2A25-4CFB-8FD5-5B0723178539}" srcId="{70328154-C3CC-44A6-A76E-8B36AC2513AF}" destId="{60D7F1F6-D246-4C67-A380-F68337C7246E}" srcOrd="0" destOrd="0" parTransId="{05C07A98-4543-42D0-8232-D9D6DE39A113}" sibTransId="{5C0660C2-25F1-4DC0-982D-3E9CDA3C252D}"/>
    <dgm:cxn modelId="{C899BE32-4DCF-49F1-9FAC-922ED45DCA67}" srcId="{59A9750D-3A0C-45DA-9409-02D5C727104C}" destId="{956CF873-5293-4EDC-BE87-FDF5F7EB0346}" srcOrd="2" destOrd="0" parTransId="{85585B5E-100D-4353-B894-91B6BEBDBD07}" sibTransId="{B0800DB0-135B-4B69-AA28-9F6167434173}"/>
    <dgm:cxn modelId="{7888443A-0327-4A67-9920-4A35D8C510CC}" srcId="{70328154-C3CC-44A6-A76E-8B36AC2513AF}" destId="{449FAF1A-018F-4151-B273-29255C15A4E2}" srcOrd="1" destOrd="0" parTransId="{E621499E-182E-47E7-B704-C72B19764133}" sibTransId="{D8F9C307-2764-42A6-8082-5C7BD9548D69}"/>
    <dgm:cxn modelId="{A2C2B63A-BEA9-4A4A-810A-E96F42DCBEC9}" type="presOf" srcId="{5A85CF54-33B4-4562-8031-4EEB8F949D35}" destId="{C4A90656-3416-4263-A7FC-A2A366D65EC0}" srcOrd="0" destOrd="3" presId="urn:microsoft.com/office/officeart/2009/3/layout/PieProcess"/>
    <dgm:cxn modelId="{3897D83B-CC03-4A66-BCD4-E684E5BA36E3}" srcId="{1F58BA85-7BA5-4EC2-9326-AF65FB106F95}" destId="{59A9750D-3A0C-45DA-9409-02D5C727104C}" srcOrd="0" destOrd="0" parTransId="{4F1CC648-FD2D-4B8D-B874-C72C2FA36291}" sibTransId="{4E16EE8F-39AF-4F61-957E-46396F2BE8E1}"/>
    <dgm:cxn modelId="{EC2F0140-411B-4080-8738-8ECAF681266D}" type="presOf" srcId="{78D60724-3D97-42B8-A7EA-2C3F8968B5CE}" destId="{47DFCB08-3965-47D0-908A-DB149982F14B}" srcOrd="0" destOrd="1" presId="urn:microsoft.com/office/officeart/2009/3/layout/PieProcess"/>
    <dgm:cxn modelId="{2E8DAA61-D149-42AC-A39E-F87E96570A1A}" type="presOf" srcId="{C2677BEC-9CD2-49FE-ADE4-7D491E817DA4}" destId="{C4A90656-3416-4263-A7FC-A2A366D65EC0}" srcOrd="0" destOrd="2" presId="urn:microsoft.com/office/officeart/2009/3/layout/PieProcess"/>
    <dgm:cxn modelId="{A5E06369-DF3B-48B9-A9FE-264AA841010B}" srcId="{1F58BA85-7BA5-4EC2-9326-AF65FB106F95}" destId="{0D5D93F7-D9E1-44B5-BB47-F1E4C5D4D96D}" srcOrd="1" destOrd="0" parTransId="{069488AE-9374-46FC-807C-C718C5FB188C}" sibTransId="{37FE18DF-CBB0-4427-A9E7-5A0D64C2F730}"/>
    <dgm:cxn modelId="{6D44C56D-5C45-4256-9181-A011AC53FB1C}" type="presOf" srcId="{A67CF15B-A1CC-4029-868F-1A1A29BE15EE}" destId="{C4A90656-3416-4263-A7FC-A2A366D65EC0}" srcOrd="0" destOrd="6" presId="urn:microsoft.com/office/officeart/2009/3/layout/PieProcess"/>
    <dgm:cxn modelId="{16D1D86F-FCAC-4A27-8223-7F9CC596AF6F}" srcId="{52E0640A-4DB8-4C42-8569-03C1551E758A}" destId="{DCB020E4-3EE1-4F61-96DB-15DFAFDCE7E4}" srcOrd="0" destOrd="0" parTransId="{1943DEC2-0573-4B4F-8D0B-03ED1986ACBA}" sibTransId="{7B18F2F3-EB1C-43EF-B3D9-903C4025549D}"/>
    <dgm:cxn modelId="{12C64570-E448-4A51-A9D1-1B933EC4F43F}" type="presOf" srcId="{70328154-C3CC-44A6-A76E-8B36AC2513AF}" destId="{F46CBDB3-BFF1-48FD-A9DE-4C88A551540D}" srcOrd="0" destOrd="0" presId="urn:microsoft.com/office/officeart/2009/3/layout/PieProcess"/>
    <dgm:cxn modelId="{02AFE370-4314-4C65-997D-893944E34090}" type="presOf" srcId="{DCB020E4-3EE1-4F61-96DB-15DFAFDCE7E4}" destId="{47DFCB08-3965-47D0-908A-DB149982F14B}" srcOrd="0" destOrd="0" presId="urn:microsoft.com/office/officeart/2009/3/layout/PieProcess"/>
    <dgm:cxn modelId="{1271CE75-D106-4117-A5AD-87887C532898}" type="presOf" srcId="{449FAF1A-018F-4151-B273-29255C15A4E2}" destId="{F46CBDB3-BFF1-48FD-A9DE-4C88A551540D}" srcOrd="0" destOrd="2" presId="urn:microsoft.com/office/officeart/2009/3/layout/PieProcess"/>
    <dgm:cxn modelId="{67773256-B3A4-4D79-BFE8-0C26475E5AAF}" type="presOf" srcId="{A36E1E7C-4A6E-45AF-B5F2-A6F80E934746}" destId="{6226B7BD-BE47-4B11-A82D-903D84AA65FF}" srcOrd="0" destOrd="0" presId="urn:microsoft.com/office/officeart/2009/3/layout/PieProcess"/>
    <dgm:cxn modelId="{34CF9677-A594-4BD1-B308-247B541103C7}" srcId="{84BE9FB0-5997-4470-91DC-9B3839A2696D}" destId="{A36E1E7C-4A6E-45AF-B5F2-A6F80E934746}" srcOrd="2" destOrd="0" parTransId="{8F1E5391-910F-4A56-A50B-1C567AB32546}" sibTransId="{0A4FFD90-5255-416C-82A3-67CE2E83BCF7}"/>
    <dgm:cxn modelId="{F8691F78-7E1B-4508-A79E-B82755BA32FD}" type="presOf" srcId="{9CCABB94-2072-49D7-9197-49533226C58A}" destId="{47DFCB08-3965-47D0-908A-DB149982F14B}" srcOrd="0" destOrd="2" presId="urn:microsoft.com/office/officeart/2009/3/layout/PieProcess"/>
    <dgm:cxn modelId="{60B6FE8B-A219-420E-BC6A-C5E0D65517A4}" type="presOf" srcId="{84BE9FB0-5997-4470-91DC-9B3839A2696D}" destId="{1FE609C9-39D6-4592-B1C0-4747EC5045D7}" srcOrd="0" destOrd="0" presId="urn:microsoft.com/office/officeart/2009/3/layout/PieProcess"/>
    <dgm:cxn modelId="{C2B2BA8E-60AD-4893-903B-6174B7240818}" type="presOf" srcId="{59A9750D-3A0C-45DA-9409-02D5C727104C}" destId="{C4A90656-3416-4263-A7FC-A2A366D65EC0}" srcOrd="0" destOrd="1" presId="urn:microsoft.com/office/officeart/2009/3/layout/PieProcess"/>
    <dgm:cxn modelId="{D53F9D92-6213-477A-8987-7784B0F02B75}" srcId="{DCB020E4-3EE1-4F61-96DB-15DFAFDCE7E4}" destId="{22DEEC12-F645-47BF-965E-4481AB3C1A68}" srcOrd="3" destOrd="0" parTransId="{47BAA04B-729E-47FA-B3C3-2D9B0DAFE2F4}" sibTransId="{625EFCAB-1F05-4D05-8915-7248E482F715}"/>
    <dgm:cxn modelId="{645DA597-AE4F-4C17-99A1-B4566081732F}" srcId="{DCB020E4-3EE1-4F61-96DB-15DFAFDCE7E4}" destId="{5E3C200F-4943-4AE2-A67C-52CAD3049120}" srcOrd="2" destOrd="0" parTransId="{F1C9C8EE-7E95-4DC0-864B-B2AE78926F19}" sibTransId="{FDDBCDB8-5DA1-4734-AB6A-F92CEB5F96E1}"/>
    <dgm:cxn modelId="{F4D769AE-7470-4A59-AF9E-D47C558E09F6}" type="presOf" srcId="{352E6C7D-8D16-4E62-8622-792FBB451EE1}" destId="{C4A90656-3416-4263-A7FC-A2A366D65EC0}" srcOrd="0" destOrd="7" presId="urn:microsoft.com/office/officeart/2009/3/layout/PieProcess"/>
    <dgm:cxn modelId="{B78131B1-CFFC-44CB-98AE-55593AE2ADAB}" srcId="{59A9750D-3A0C-45DA-9409-02D5C727104C}" destId="{C2677BEC-9CD2-49FE-ADE4-7D491E817DA4}" srcOrd="0" destOrd="0" parTransId="{6231A269-B037-429F-8EAA-E1CFA0C25110}" sibTransId="{EAF5F889-A8F8-4C52-AFDB-F451DD020456}"/>
    <dgm:cxn modelId="{D5E83AB2-75B7-471C-B162-952751FFC93D}" srcId="{0D5D93F7-D9E1-44B5-BB47-F1E4C5D4D96D}" destId="{352E6C7D-8D16-4E62-8622-792FBB451EE1}" srcOrd="1" destOrd="0" parTransId="{39E97672-8475-4A50-A2C4-3944162E14B1}" sibTransId="{27413D4C-77DC-494F-8E56-546BB8130900}"/>
    <dgm:cxn modelId="{887766B9-CDB4-4235-8AA4-3E13CEC8E14F}" type="presOf" srcId="{52E0640A-4DB8-4C42-8569-03C1551E758A}" destId="{7F7BF7BB-F936-42C3-9B13-24AAF8683751}" srcOrd="0" destOrd="0" presId="urn:microsoft.com/office/officeart/2009/3/layout/PieProcess"/>
    <dgm:cxn modelId="{B7B6BCBB-71CE-4B78-AF6F-B2EAE6584233}" type="presOf" srcId="{0D5D93F7-D9E1-44B5-BB47-F1E4C5D4D96D}" destId="{C4A90656-3416-4263-A7FC-A2A366D65EC0}" srcOrd="0" destOrd="5" presId="urn:microsoft.com/office/officeart/2009/3/layout/PieProcess"/>
    <dgm:cxn modelId="{AB6E5EC0-6B93-4965-9073-2D235FD19BE4}" srcId="{DCB020E4-3EE1-4F61-96DB-15DFAFDCE7E4}" destId="{9CCABB94-2072-49D7-9197-49533226C58A}" srcOrd="1" destOrd="0" parTransId="{5608E8F3-DDB8-4DD6-A18C-3F24775BD0D0}" sibTransId="{0EFAFFB9-F4F9-428D-8194-627F05276E5B}"/>
    <dgm:cxn modelId="{FF4D72C0-EE84-4911-92C2-C11894CD7CCD}" srcId="{0D5D93F7-D9E1-44B5-BB47-F1E4C5D4D96D}" destId="{A67CF15B-A1CC-4029-868F-1A1A29BE15EE}" srcOrd="0" destOrd="0" parTransId="{E9F7D2DB-3F78-4423-9340-A5D942A609D3}" sibTransId="{68B5EDF1-2DE4-4E04-8ECD-825EE8950598}"/>
    <dgm:cxn modelId="{04EF9FC1-7DA2-4B22-9D4C-0E2D07C1B00C}" type="presOf" srcId="{22DEEC12-F645-47BF-965E-4481AB3C1A68}" destId="{47DFCB08-3965-47D0-908A-DB149982F14B}" srcOrd="0" destOrd="4" presId="urn:microsoft.com/office/officeart/2009/3/layout/PieProcess"/>
    <dgm:cxn modelId="{C7906EC5-1E5C-481A-88F7-51C395DE067A}" srcId="{59A9750D-3A0C-45DA-9409-02D5C727104C}" destId="{5A85CF54-33B4-4562-8031-4EEB8F949D35}" srcOrd="1" destOrd="0" parTransId="{D0A8412C-13CA-437E-9F34-25C8F60992C8}" sibTransId="{49ECCCAB-DA94-4871-98BC-E381AFEA0F4B}"/>
    <dgm:cxn modelId="{B3856DC7-CFB6-4B25-B791-01B301CD7A6D}" type="presOf" srcId="{60D7F1F6-D246-4C67-A380-F68337C7246E}" destId="{F46CBDB3-BFF1-48FD-A9DE-4C88A551540D}" srcOrd="0" destOrd="1" presId="urn:microsoft.com/office/officeart/2009/3/layout/PieProcess"/>
    <dgm:cxn modelId="{4FF34FCF-8863-48AE-A707-6D4C3FDA574E}" srcId="{DCB020E4-3EE1-4F61-96DB-15DFAFDCE7E4}" destId="{25622C9A-583C-490A-9AB5-0A35764439BD}" srcOrd="4" destOrd="0" parTransId="{13AD6183-AF04-48C0-95CF-B15311C5D7F4}" sibTransId="{F9C8E637-BD47-4583-A026-476842435D4B}"/>
    <dgm:cxn modelId="{B4002ADA-82A3-4FB3-B2F6-5F360D691B6B}" srcId="{3C203C7D-AD6E-45AE-83D7-F0C31996C7F1}" destId="{70328154-C3CC-44A6-A76E-8B36AC2513AF}" srcOrd="0" destOrd="0" parTransId="{49BDBE2B-6F53-4777-A5FE-4145BF78B1A4}" sibTransId="{79F26C74-5437-4595-B6CC-34F068119AD1}"/>
    <dgm:cxn modelId="{7DF78FDB-EA51-4C9E-83A0-ACFDFB06C0F9}" srcId="{84BE9FB0-5997-4470-91DC-9B3839A2696D}" destId="{3C203C7D-AD6E-45AE-83D7-F0C31996C7F1}" srcOrd="1" destOrd="0" parTransId="{7C395855-E85E-4B62-9F18-C1DAE92613BB}" sibTransId="{275389F8-440A-4548-8D09-DDB797262933}"/>
    <dgm:cxn modelId="{82DCF0E6-DDFD-4A8C-8232-2A3BDB967E10}" type="presOf" srcId="{3C203C7D-AD6E-45AE-83D7-F0C31996C7F1}" destId="{1458BF0C-C0CA-4FFD-81D4-04419DAF07C7}" srcOrd="0" destOrd="0" presId="urn:microsoft.com/office/officeart/2009/3/layout/PieProcess"/>
    <dgm:cxn modelId="{20E63CE7-E85C-437D-8342-377CFACF240F}" type="presOf" srcId="{1F58BA85-7BA5-4EC2-9326-AF65FB106F95}" destId="{C4A90656-3416-4263-A7FC-A2A366D65EC0}" srcOrd="0" destOrd="0" presId="urn:microsoft.com/office/officeart/2009/3/layout/PieProcess"/>
    <dgm:cxn modelId="{46F1D0E9-8ABD-454D-AC35-D62F32FA5F48}" srcId="{A36E1E7C-4A6E-45AF-B5F2-A6F80E934746}" destId="{1F58BA85-7BA5-4EC2-9326-AF65FB106F95}" srcOrd="0" destOrd="0" parTransId="{AA74F032-D586-4ED9-957F-00B266D969AE}" sibTransId="{16D897B4-8D15-4C4D-9624-2D2E3F4914FA}"/>
    <dgm:cxn modelId="{450E7FEF-A6FA-47C0-BF5D-8345406A01D6}" type="presOf" srcId="{5E3C200F-4943-4AE2-A67C-52CAD3049120}" destId="{47DFCB08-3965-47D0-908A-DB149982F14B}" srcOrd="0" destOrd="3" presId="urn:microsoft.com/office/officeart/2009/3/layout/PieProcess"/>
    <dgm:cxn modelId="{7696CDF8-CC46-49C1-B822-9D7845E1B2E3}" type="presOf" srcId="{956CF873-5293-4EDC-BE87-FDF5F7EB0346}" destId="{C4A90656-3416-4263-A7FC-A2A366D65EC0}" srcOrd="0" destOrd="4" presId="urn:microsoft.com/office/officeart/2009/3/layout/PieProcess"/>
    <dgm:cxn modelId="{0646FAF2-E8BB-4477-8AAD-58AD2BCCC526}" type="presParOf" srcId="{1FE609C9-39D6-4592-B1C0-4747EC5045D7}" destId="{06D0797D-EC3E-4CF4-B4DE-964AFDDA475B}" srcOrd="0" destOrd="0" presId="urn:microsoft.com/office/officeart/2009/3/layout/PieProcess"/>
    <dgm:cxn modelId="{F91CDA10-D1AB-4C87-AFC2-8F4F709D4EFE}" type="presParOf" srcId="{06D0797D-EC3E-4CF4-B4DE-964AFDDA475B}" destId="{9D6D3749-E745-47D1-BE50-1E170DA4000A}" srcOrd="0" destOrd="0" presId="urn:microsoft.com/office/officeart/2009/3/layout/PieProcess"/>
    <dgm:cxn modelId="{FDD38E12-C289-4369-BEBF-A9D3D12C9A18}" type="presParOf" srcId="{06D0797D-EC3E-4CF4-B4DE-964AFDDA475B}" destId="{CC966A89-4DCD-4078-958A-D03712350D61}" srcOrd="1" destOrd="0" presId="urn:microsoft.com/office/officeart/2009/3/layout/PieProcess"/>
    <dgm:cxn modelId="{5AF236F7-F091-40B5-8662-FE531DBE8D58}" type="presParOf" srcId="{06D0797D-EC3E-4CF4-B4DE-964AFDDA475B}" destId="{7F7BF7BB-F936-42C3-9B13-24AAF8683751}" srcOrd="2" destOrd="0" presId="urn:microsoft.com/office/officeart/2009/3/layout/PieProcess"/>
    <dgm:cxn modelId="{A704BA57-CF32-4202-9393-6E5FAF6DFD69}" type="presParOf" srcId="{1FE609C9-39D6-4592-B1C0-4747EC5045D7}" destId="{C31C7CF3-ED7B-4E31-AF90-D7CBFFF40930}" srcOrd="1" destOrd="0" presId="urn:microsoft.com/office/officeart/2009/3/layout/PieProcess"/>
    <dgm:cxn modelId="{758F0943-D9BB-45FA-8224-0C0DF8ED7278}" type="presParOf" srcId="{1FE609C9-39D6-4592-B1C0-4747EC5045D7}" destId="{7EFC61DF-634E-4B22-896A-572AC236C8CF}" srcOrd="2" destOrd="0" presId="urn:microsoft.com/office/officeart/2009/3/layout/PieProcess"/>
    <dgm:cxn modelId="{C9AA6E45-7920-4F61-BB7B-CFC32F5C2F44}" type="presParOf" srcId="{7EFC61DF-634E-4B22-896A-572AC236C8CF}" destId="{47DFCB08-3965-47D0-908A-DB149982F14B}" srcOrd="0" destOrd="0" presId="urn:microsoft.com/office/officeart/2009/3/layout/PieProcess"/>
    <dgm:cxn modelId="{096AB02D-EE87-421B-8E01-466C8A65DD10}" type="presParOf" srcId="{1FE609C9-39D6-4592-B1C0-4747EC5045D7}" destId="{A8F6EFB5-CD47-4D3E-ADC0-91C04E9B4E7A}" srcOrd="3" destOrd="0" presId="urn:microsoft.com/office/officeart/2009/3/layout/PieProcess"/>
    <dgm:cxn modelId="{4A499913-26F4-47E0-BA0E-3E6AA6600226}" type="presParOf" srcId="{1FE609C9-39D6-4592-B1C0-4747EC5045D7}" destId="{863B697B-8FD4-4795-BC27-C5F65870D3AB}" srcOrd="4" destOrd="0" presId="urn:microsoft.com/office/officeart/2009/3/layout/PieProcess"/>
    <dgm:cxn modelId="{9736DEB4-C7AE-4538-A0B0-AC4B896D9E3E}" type="presParOf" srcId="{863B697B-8FD4-4795-BC27-C5F65870D3AB}" destId="{A7E691BB-F006-496A-A33F-7C28C115E875}" srcOrd="0" destOrd="0" presId="urn:microsoft.com/office/officeart/2009/3/layout/PieProcess"/>
    <dgm:cxn modelId="{4F6D465D-97E6-49B4-9CE8-34DD84DEA275}" type="presParOf" srcId="{863B697B-8FD4-4795-BC27-C5F65870D3AB}" destId="{4CAF08E3-D9D1-4666-B296-12856683B4A3}" srcOrd="1" destOrd="0" presId="urn:microsoft.com/office/officeart/2009/3/layout/PieProcess"/>
    <dgm:cxn modelId="{D9FE5FBF-5D46-4BF9-BB93-2D2080808B12}" type="presParOf" srcId="{863B697B-8FD4-4795-BC27-C5F65870D3AB}" destId="{1458BF0C-C0CA-4FFD-81D4-04419DAF07C7}" srcOrd="2" destOrd="0" presId="urn:microsoft.com/office/officeart/2009/3/layout/PieProcess"/>
    <dgm:cxn modelId="{95E54D73-E3B7-4683-B4C1-95C8AFEA967E}" type="presParOf" srcId="{1FE609C9-39D6-4592-B1C0-4747EC5045D7}" destId="{40F41A0F-3976-405E-8256-7EF90C219414}" srcOrd="5" destOrd="0" presId="urn:microsoft.com/office/officeart/2009/3/layout/PieProcess"/>
    <dgm:cxn modelId="{D00842CF-A1F1-4214-9A43-5E807C97747C}" type="presParOf" srcId="{1FE609C9-39D6-4592-B1C0-4747EC5045D7}" destId="{233B74ED-8773-461B-AD3A-4498434F7474}" srcOrd="6" destOrd="0" presId="urn:microsoft.com/office/officeart/2009/3/layout/PieProcess"/>
    <dgm:cxn modelId="{3605365D-28DF-4BE9-ADBA-FE6A97433DBA}" type="presParOf" srcId="{233B74ED-8773-461B-AD3A-4498434F7474}" destId="{F46CBDB3-BFF1-48FD-A9DE-4C88A551540D}" srcOrd="0" destOrd="0" presId="urn:microsoft.com/office/officeart/2009/3/layout/PieProcess"/>
    <dgm:cxn modelId="{AB469513-998B-4D9F-9BA9-DAEE87EE979F}" type="presParOf" srcId="{1FE609C9-39D6-4592-B1C0-4747EC5045D7}" destId="{49FF0A3A-F5C4-49A6-AB26-9A858891D1B1}" srcOrd="7" destOrd="0" presId="urn:microsoft.com/office/officeart/2009/3/layout/PieProcess"/>
    <dgm:cxn modelId="{25026AAC-F894-41A9-9156-B881ECE2BC92}" type="presParOf" srcId="{1FE609C9-39D6-4592-B1C0-4747EC5045D7}" destId="{E5AC1FB0-3E4A-4A8E-8DF6-3346EB499D35}" srcOrd="8" destOrd="0" presId="urn:microsoft.com/office/officeart/2009/3/layout/PieProcess"/>
    <dgm:cxn modelId="{B34E42F3-DC97-4359-A0B3-C3DF879691CB}" type="presParOf" srcId="{E5AC1FB0-3E4A-4A8E-8DF6-3346EB499D35}" destId="{9C0137EE-AD73-4046-A89C-3C76B6B85C3B}" srcOrd="0" destOrd="0" presId="urn:microsoft.com/office/officeart/2009/3/layout/PieProcess"/>
    <dgm:cxn modelId="{EA67C050-086B-4D99-9036-B74640FAC1BD}" type="presParOf" srcId="{E5AC1FB0-3E4A-4A8E-8DF6-3346EB499D35}" destId="{7B15D592-E1CC-40D9-AD46-6895914D68EF}" srcOrd="1" destOrd="0" presId="urn:microsoft.com/office/officeart/2009/3/layout/PieProcess"/>
    <dgm:cxn modelId="{4D4045E2-CDC6-4824-9971-C69D5A1C851A}" type="presParOf" srcId="{E5AC1FB0-3E4A-4A8E-8DF6-3346EB499D35}" destId="{6226B7BD-BE47-4B11-A82D-903D84AA65FF}" srcOrd="2" destOrd="0" presId="urn:microsoft.com/office/officeart/2009/3/layout/PieProcess"/>
    <dgm:cxn modelId="{86BC4FFF-61CE-4899-BDCB-B7CA79D5B4A3}" type="presParOf" srcId="{1FE609C9-39D6-4592-B1C0-4747EC5045D7}" destId="{358DFB8B-774E-4149-ACD2-422D5A196EB8}" srcOrd="9" destOrd="0" presId="urn:microsoft.com/office/officeart/2009/3/layout/PieProcess"/>
    <dgm:cxn modelId="{730BD29C-D26E-4F4B-859D-F7CFFD9DF9B7}" type="presParOf" srcId="{1FE609C9-39D6-4592-B1C0-4747EC5045D7}" destId="{924355AA-43C5-4545-A833-FBF0A45F52A9}" srcOrd="10" destOrd="0" presId="urn:microsoft.com/office/officeart/2009/3/layout/PieProcess"/>
    <dgm:cxn modelId="{1EAD0039-B9AE-46DE-87AB-0FD5EF11EFBE}" type="presParOf" srcId="{924355AA-43C5-4545-A833-FBF0A45F52A9}" destId="{C4A90656-3416-4263-A7FC-A2A366D65EC0}" srcOrd="0" destOrd="0" presId="urn:microsoft.com/office/officeart/2009/3/layout/Pi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4BE9FB0-5997-4470-91DC-9B3839A2696D}" type="doc">
      <dgm:prSet loTypeId="urn:microsoft.com/office/officeart/2009/3/layout/IncreasingArrowsProcess" loCatId="process" qsTypeId="urn:microsoft.com/office/officeart/2005/8/quickstyle/simple5" qsCatId="simple" csTypeId="urn:microsoft.com/office/officeart/2005/8/colors/colorful4" csCatId="colorful" phldr="1"/>
      <dgm:spPr/>
      <dgm:t>
        <a:bodyPr/>
        <a:lstStyle/>
        <a:p>
          <a:endParaRPr lang="en-US"/>
        </a:p>
      </dgm:t>
    </dgm:pt>
    <dgm:pt modelId="{52E0640A-4DB8-4C42-8569-03C1551E758A}">
      <dgm:prSet phldrT="[Text]" custT="1"/>
      <dgm:spPr/>
      <dgm:t>
        <a:bodyPr/>
        <a:lstStyle/>
        <a:p>
          <a:r>
            <a:rPr lang="en-US" sz="2800">
              <a:latin typeface="Open Sans" panose="020B0606030504020204" pitchFamily="34" charset="0"/>
              <a:ea typeface="Open Sans" panose="020B0606030504020204" pitchFamily="34" charset="0"/>
              <a:cs typeface="Open Sans" panose="020B0606030504020204" pitchFamily="34" charset="0"/>
            </a:rPr>
            <a:t>MOS Associate</a:t>
          </a:r>
        </a:p>
      </dgm:t>
    </dgm:pt>
    <dgm:pt modelId="{3CC006ED-2882-40E2-BFEF-3E5A125AB2AF}" type="parTrans" cxnId="{69FE3E07-9ABD-4EF9-8F56-45EA2E70CFB1}">
      <dgm:prSet/>
      <dgm:spPr/>
      <dgm:t>
        <a:bodyPr/>
        <a:lstStyle/>
        <a:p>
          <a:endParaRPr lang="en-US" sz="1500">
            <a:latin typeface="Open Sans" panose="020B0606030504020204" pitchFamily="34" charset="0"/>
            <a:ea typeface="Open Sans" panose="020B0606030504020204" pitchFamily="34" charset="0"/>
            <a:cs typeface="Open Sans" panose="020B0606030504020204" pitchFamily="34" charset="0"/>
          </a:endParaRPr>
        </a:p>
      </dgm:t>
    </dgm:pt>
    <dgm:pt modelId="{9F704104-505D-40DA-A3C3-50AC60CDB204}" type="sibTrans" cxnId="{69FE3E07-9ABD-4EF9-8F56-45EA2E70CFB1}">
      <dgm:prSet/>
      <dgm:spPr/>
      <dgm:t>
        <a:bodyPr/>
        <a:lstStyle/>
        <a:p>
          <a:endParaRPr lang="en-US" sz="1500">
            <a:latin typeface="Open Sans" panose="020B0606030504020204" pitchFamily="34" charset="0"/>
            <a:ea typeface="Open Sans" panose="020B0606030504020204" pitchFamily="34" charset="0"/>
            <a:cs typeface="Open Sans" panose="020B0606030504020204" pitchFamily="34" charset="0"/>
          </a:endParaRPr>
        </a:p>
      </dgm:t>
    </dgm:pt>
    <dgm:pt modelId="{DCB020E4-3EE1-4F61-96DB-15DFAFDCE7E4}">
      <dgm:prSet phldrT="[Text]" custT="1"/>
      <dgm:spPr/>
      <dgm:t>
        <a:bodyPr/>
        <a:lstStyle/>
        <a:p>
          <a:pPr>
            <a:lnSpc>
              <a:spcPct val="100000"/>
            </a:lnSpc>
          </a:pPr>
          <a:r>
            <a:rPr lang="en-US" sz="1400" i="1">
              <a:latin typeface="Open Sans" panose="020B0606030504020204" pitchFamily="34" charset="0"/>
              <a:ea typeface="Open Sans" panose="020B0606030504020204" pitchFamily="34" charset="0"/>
              <a:cs typeface="Open Sans" panose="020B0606030504020204" pitchFamily="34" charset="0"/>
            </a:rPr>
            <a:t>To earn the </a:t>
          </a:r>
          <a:r>
            <a:rPr lang="en-US" sz="1400" b="1" i="1">
              <a:latin typeface="Open Sans" panose="020B0606030504020204" pitchFamily="34" charset="0"/>
              <a:ea typeface="Open Sans" panose="020B0606030504020204" pitchFamily="34" charset="0"/>
              <a:cs typeface="Open Sans" panose="020B0606030504020204" pitchFamily="34" charset="0"/>
            </a:rPr>
            <a:t>Microsoft Office Specialist: Association </a:t>
          </a:r>
          <a:r>
            <a:rPr lang="en-US" sz="1400" b="0" i="1">
              <a:latin typeface="Open Sans" panose="020B0606030504020204" pitchFamily="34" charset="0"/>
              <a:ea typeface="Open Sans" panose="020B0606030504020204" pitchFamily="34" charset="0"/>
              <a:cs typeface="Open Sans" panose="020B0606030504020204" pitchFamily="34" charset="0"/>
            </a:rPr>
            <a:t>certification,</a:t>
          </a:r>
          <a:r>
            <a:rPr lang="en-US" sz="1400" i="1">
              <a:latin typeface="Open Sans" panose="020B0606030504020204" pitchFamily="34" charset="0"/>
              <a:ea typeface="Open Sans" panose="020B0606030504020204" pitchFamily="34" charset="0"/>
              <a:cs typeface="Open Sans" panose="020B0606030504020204" pitchFamily="34" charset="0"/>
            </a:rPr>
            <a:t> pass three of the following exams:</a:t>
          </a:r>
          <a:endParaRPr lang="en-US" sz="1400">
            <a:latin typeface="Open Sans" panose="020B0606030504020204" pitchFamily="34" charset="0"/>
            <a:ea typeface="Open Sans" panose="020B0606030504020204" pitchFamily="34" charset="0"/>
            <a:cs typeface="Open Sans" panose="020B0606030504020204" pitchFamily="34" charset="0"/>
          </a:endParaRPr>
        </a:p>
      </dgm:t>
    </dgm:pt>
    <dgm:pt modelId="{1943DEC2-0573-4B4F-8D0B-03ED1986ACBA}" type="parTrans" cxnId="{16D1D86F-FCAC-4A27-8223-7F9CC596AF6F}">
      <dgm:prSet/>
      <dgm:spPr/>
      <dgm:t>
        <a:bodyPr/>
        <a:lstStyle/>
        <a:p>
          <a:endParaRPr lang="en-US" sz="1500">
            <a:latin typeface="Open Sans" panose="020B0606030504020204" pitchFamily="34" charset="0"/>
            <a:ea typeface="Open Sans" panose="020B0606030504020204" pitchFamily="34" charset="0"/>
            <a:cs typeface="Open Sans" panose="020B0606030504020204" pitchFamily="34" charset="0"/>
          </a:endParaRPr>
        </a:p>
      </dgm:t>
    </dgm:pt>
    <dgm:pt modelId="{7B18F2F3-EB1C-43EF-B3D9-903C4025549D}" type="sibTrans" cxnId="{16D1D86F-FCAC-4A27-8223-7F9CC596AF6F}">
      <dgm:prSet/>
      <dgm:spPr/>
      <dgm:t>
        <a:bodyPr/>
        <a:lstStyle/>
        <a:p>
          <a:endParaRPr lang="en-US" sz="1500">
            <a:latin typeface="Open Sans" panose="020B0606030504020204" pitchFamily="34" charset="0"/>
            <a:ea typeface="Open Sans" panose="020B0606030504020204" pitchFamily="34" charset="0"/>
            <a:cs typeface="Open Sans" panose="020B0606030504020204" pitchFamily="34" charset="0"/>
          </a:endParaRPr>
        </a:p>
      </dgm:t>
    </dgm:pt>
    <dgm:pt modelId="{3C203C7D-AD6E-45AE-83D7-F0C31996C7F1}">
      <dgm:prSet phldrT="[Text]" custT="1"/>
      <dgm:spPr/>
      <dgm:t>
        <a:bodyPr/>
        <a:lstStyle/>
        <a:p>
          <a:r>
            <a:rPr lang="en-US" sz="2800">
              <a:latin typeface="Open Sans" panose="020B0606030504020204" pitchFamily="34" charset="0"/>
              <a:ea typeface="Open Sans" panose="020B0606030504020204" pitchFamily="34" charset="0"/>
              <a:cs typeface="Open Sans" panose="020B0606030504020204" pitchFamily="34" charset="0"/>
            </a:rPr>
            <a:t>MOS Expert</a:t>
          </a:r>
        </a:p>
      </dgm:t>
    </dgm:pt>
    <dgm:pt modelId="{7C395855-E85E-4B62-9F18-C1DAE92613BB}" type="parTrans" cxnId="{7DF78FDB-EA51-4C9E-83A0-ACFDFB06C0F9}">
      <dgm:prSet/>
      <dgm:spPr/>
      <dgm:t>
        <a:bodyPr/>
        <a:lstStyle/>
        <a:p>
          <a:endParaRPr lang="en-US" sz="1500">
            <a:latin typeface="Open Sans" panose="020B0606030504020204" pitchFamily="34" charset="0"/>
            <a:ea typeface="Open Sans" panose="020B0606030504020204" pitchFamily="34" charset="0"/>
            <a:cs typeface="Open Sans" panose="020B0606030504020204" pitchFamily="34" charset="0"/>
          </a:endParaRPr>
        </a:p>
      </dgm:t>
    </dgm:pt>
    <dgm:pt modelId="{275389F8-440A-4548-8D09-DDB797262933}" type="sibTrans" cxnId="{7DF78FDB-EA51-4C9E-83A0-ACFDFB06C0F9}">
      <dgm:prSet/>
      <dgm:spPr/>
      <dgm:t>
        <a:bodyPr/>
        <a:lstStyle/>
        <a:p>
          <a:endParaRPr lang="en-US" sz="1500">
            <a:latin typeface="Open Sans" panose="020B0606030504020204" pitchFamily="34" charset="0"/>
            <a:ea typeface="Open Sans" panose="020B0606030504020204" pitchFamily="34" charset="0"/>
            <a:cs typeface="Open Sans" panose="020B0606030504020204" pitchFamily="34" charset="0"/>
          </a:endParaRPr>
        </a:p>
      </dgm:t>
    </dgm:pt>
    <dgm:pt modelId="{70328154-C3CC-44A6-A76E-8B36AC2513AF}">
      <dgm:prSet phldrT="[Text]" custT="1"/>
      <dgm:spPr/>
      <dgm:t>
        <a:bodyPr/>
        <a:lstStyle/>
        <a:p>
          <a:pPr>
            <a:lnSpc>
              <a:spcPct val="100000"/>
            </a:lnSpc>
          </a:pPr>
          <a:r>
            <a:rPr lang="en-US" sz="1400" i="1">
              <a:latin typeface="Open Sans" panose="020B0606030504020204" pitchFamily="34" charset="0"/>
              <a:ea typeface="Open Sans" panose="020B0606030504020204" pitchFamily="34" charset="0"/>
              <a:cs typeface="Open Sans" panose="020B0606030504020204" pitchFamily="34" charset="0"/>
            </a:rPr>
            <a:t>To earn a </a:t>
          </a:r>
          <a:r>
            <a:rPr lang="en-US" sz="1400" b="1" i="1">
              <a:latin typeface="Open Sans" panose="020B0606030504020204" pitchFamily="34" charset="0"/>
              <a:ea typeface="Open Sans" panose="020B0606030504020204" pitchFamily="34" charset="0"/>
              <a:cs typeface="Open Sans" panose="020B0606030504020204" pitchFamily="34" charset="0"/>
            </a:rPr>
            <a:t>Microsoft Office Specialist: Expert </a:t>
          </a:r>
          <a:r>
            <a:rPr lang="en-US" sz="1400" b="0" i="1">
              <a:latin typeface="Open Sans" panose="020B0606030504020204" pitchFamily="34" charset="0"/>
              <a:ea typeface="Open Sans" panose="020B0606030504020204" pitchFamily="34" charset="0"/>
              <a:cs typeface="Open Sans" panose="020B0606030504020204" pitchFamily="34" charset="0"/>
            </a:rPr>
            <a:t>Certification,</a:t>
          </a:r>
          <a:r>
            <a:rPr lang="en-US" sz="1400" b="1" i="1">
              <a:latin typeface="Open Sans" panose="020B0606030504020204" pitchFamily="34" charset="0"/>
              <a:ea typeface="Open Sans" panose="020B0606030504020204" pitchFamily="34" charset="0"/>
              <a:cs typeface="Open Sans" panose="020B0606030504020204" pitchFamily="34" charset="0"/>
            </a:rPr>
            <a:t> </a:t>
          </a:r>
          <a:r>
            <a:rPr lang="en-US" sz="1400" b="0" i="1">
              <a:latin typeface="Open Sans" panose="020B0606030504020204" pitchFamily="34" charset="0"/>
              <a:ea typeface="Open Sans" panose="020B0606030504020204" pitchFamily="34" charset="0"/>
              <a:cs typeface="Open Sans" panose="020B0606030504020204" pitchFamily="34" charset="0"/>
            </a:rPr>
            <a:t>complete the following requirements</a:t>
          </a:r>
          <a:r>
            <a:rPr lang="en-US" sz="1400" i="1">
              <a:latin typeface="Open Sans" panose="020B0606030504020204" pitchFamily="34" charset="0"/>
              <a:ea typeface="Open Sans" panose="020B0606030504020204" pitchFamily="34" charset="0"/>
              <a:cs typeface="Open Sans" panose="020B0606030504020204" pitchFamily="34" charset="0"/>
            </a:rPr>
            <a:t>:</a:t>
          </a:r>
        </a:p>
      </dgm:t>
    </dgm:pt>
    <dgm:pt modelId="{49BDBE2B-6F53-4777-A5FE-4145BF78B1A4}" type="parTrans" cxnId="{B4002ADA-82A3-4FB3-B2F6-5F360D691B6B}">
      <dgm:prSet/>
      <dgm:spPr/>
      <dgm:t>
        <a:bodyPr/>
        <a:lstStyle/>
        <a:p>
          <a:endParaRPr lang="en-US" sz="1500">
            <a:latin typeface="Open Sans" panose="020B0606030504020204" pitchFamily="34" charset="0"/>
            <a:ea typeface="Open Sans" panose="020B0606030504020204" pitchFamily="34" charset="0"/>
            <a:cs typeface="Open Sans" panose="020B0606030504020204" pitchFamily="34" charset="0"/>
          </a:endParaRPr>
        </a:p>
      </dgm:t>
    </dgm:pt>
    <dgm:pt modelId="{79F26C74-5437-4595-B6CC-34F068119AD1}" type="sibTrans" cxnId="{B4002ADA-82A3-4FB3-B2F6-5F360D691B6B}">
      <dgm:prSet/>
      <dgm:spPr/>
      <dgm:t>
        <a:bodyPr/>
        <a:lstStyle/>
        <a:p>
          <a:endParaRPr lang="en-US" sz="1500">
            <a:latin typeface="Open Sans" panose="020B0606030504020204" pitchFamily="34" charset="0"/>
            <a:ea typeface="Open Sans" panose="020B0606030504020204" pitchFamily="34" charset="0"/>
            <a:cs typeface="Open Sans" panose="020B0606030504020204" pitchFamily="34" charset="0"/>
          </a:endParaRPr>
        </a:p>
      </dgm:t>
    </dgm:pt>
    <dgm:pt modelId="{60D7F1F6-D246-4C67-A380-F68337C7246E}">
      <dgm:prSet phldrT="[Text]" custT="1"/>
      <dgm:spPr/>
      <dgm:t>
        <a:bodyPr/>
        <a:lstStyle/>
        <a:p>
          <a:pPr>
            <a:lnSpc>
              <a:spcPct val="100000"/>
            </a:lnSpc>
          </a:pPr>
          <a:r>
            <a:rPr lang="en-US" sz="1400">
              <a:latin typeface="Open Sans" panose="020B0606030504020204" pitchFamily="34" charset="0"/>
              <a:ea typeface="Open Sans" panose="020B0606030504020204" pitchFamily="34" charset="0"/>
              <a:cs typeface="Open Sans" panose="020B0606030504020204" pitchFamily="34" charset="0"/>
            </a:rPr>
            <a:t>Earn a  Microsoft Office Specialist Associate certification.</a:t>
          </a:r>
        </a:p>
      </dgm:t>
    </dgm:pt>
    <dgm:pt modelId="{05C07A98-4543-42D0-8232-D9D6DE39A113}" type="parTrans" cxnId="{962F9D2F-2A25-4CFB-8FD5-5B0723178539}">
      <dgm:prSet/>
      <dgm:spPr/>
      <dgm:t>
        <a:bodyPr/>
        <a:lstStyle/>
        <a:p>
          <a:endParaRPr lang="en-US"/>
        </a:p>
      </dgm:t>
    </dgm:pt>
    <dgm:pt modelId="{5C0660C2-25F1-4DC0-982D-3E9CDA3C252D}" type="sibTrans" cxnId="{962F9D2F-2A25-4CFB-8FD5-5B0723178539}">
      <dgm:prSet/>
      <dgm:spPr/>
      <dgm:t>
        <a:bodyPr/>
        <a:lstStyle/>
        <a:p>
          <a:endParaRPr lang="en-US"/>
        </a:p>
      </dgm:t>
    </dgm:pt>
    <dgm:pt modelId="{78D60724-3D97-42B8-A7EA-2C3F8968B5CE}">
      <dgm:prSet phldrT="[Text]" custT="1"/>
      <dgm:spPr/>
      <dgm:t>
        <a:bodyPr/>
        <a:lstStyle/>
        <a:p>
          <a:pPr>
            <a:lnSpc>
              <a:spcPct val="100000"/>
            </a:lnSpc>
          </a:pPr>
          <a:r>
            <a:rPr lang="en-US" sz="1400">
              <a:latin typeface="Open Sans" panose="020B0606030504020204" pitchFamily="34" charset="0"/>
              <a:ea typeface="Open Sans" panose="020B0606030504020204" pitchFamily="34" charset="0"/>
              <a:cs typeface="Open Sans" panose="020B0606030504020204" pitchFamily="34" charset="0"/>
            </a:rPr>
            <a:t>MO-100: Microsoft Word (Office 2019)</a:t>
          </a:r>
        </a:p>
      </dgm:t>
    </dgm:pt>
    <dgm:pt modelId="{F2A1D311-8A98-4EAC-8E16-4ADCA735B4FB}" type="parTrans" cxnId="{F6CA4E18-78CC-4E53-9F3D-E04A008F5175}">
      <dgm:prSet/>
      <dgm:spPr/>
      <dgm:t>
        <a:bodyPr/>
        <a:lstStyle/>
        <a:p>
          <a:endParaRPr lang="en-US"/>
        </a:p>
      </dgm:t>
    </dgm:pt>
    <dgm:pt modelId="{68741C02-4B5E-4824-B03C-35E26452F8C1}" type="sibTrans" cxnId="{F6CA4E18-78CC-4E53-9F3D-E04A008F5175}">
      <dgm:prSet/>
      <dgm:spPr/>
      <dgm:t>
        <a:bodyPr/>
        <a:lstStyle/>
        <a:p>
          <a:endParaRPr lang="en-US"/>
        </a:p>
      </dgm:t>
    </dgm:pt>
    <dgm:pt modelId="{9CCABB94-2072-49D7-9197-49533226C58A}">
      <dgm:prSet phldrT="[Text]" custT="1"/>
      <dgm:spPr/>
      <dgm:t>
        <a:bodyPr/>
        <a:lstStyle/>
        <a:p>
          <a:pPr>
            <a:lnSpc>
              <a:spcPct val="100000"/>
            </a:lnSpc>
          </a:pPr>
          <a:r>
            <a:rPr lang="en-US" sz="1400">
              <a:latin typeface="Open Sans" panose="020B0606030504020204" pitchFamily="34" charset="0"/>
              <a:ea typeface="Open Sans" panose="020B0606030504020204" pitchFamily="34" charset="0"/>
              <a:cs typeface="Open Sans" panose="020B0606030504020204" pitchFamily="34" charset="0"/>
            </a:rPr>
            <a:t>MO-300: Microsoft PowerPoint (Office 2019)</a:t>
          </a:r>
        </a:p>
      </dgm:t>
    </dgm:pt>
    <dgm:pt modelId="{5608E8F3-DDB8-4DD6-A18C-3F24775BD0D0}" type="parTrans" cxnId="{AB6E5EC0-6B93-4965-9073-2D235FD19BE4}">
      <dgm:prSet/>
      <dgm:spPr/>
      <dgm:t>
        <a:bodyPr/>
        <a:lstStyle/>
        <a:p>
          <a:endParaRPr lang="en-US"/>
        </a:p>
      </dgm:t>
    </dgm:pt>
    <dgm:pt modelId="{0EFAFFB9-F4F9-428D-8194-627F05276E5B}" type="sibTrans" cxnId="{AB6E5EC0-6B93-4965-9073-2D235FD19BE4}">
      <dgm:prSet/>
      <dgm:spPr/>
      <dgm:t>
        <a:bodyPr/>
        <a:lstStyle/>
        <a:p>
          <a:endParaRPr lang="en-US"/>
        </a:p>
      </dgm:t>
    </dgm:pt>
    <dgm:pt modelId="{CC49E603-661C-40D8-A49A-CEDF41E8B345}">
      <dgm:prSet phldrT="[Text]" custT="1"/>
      <dgm:spPr/>
      <dgm:t>
        <a:bodyPr/>
        <a:lstStyle/>
        <a:p>
          <a:pPr>
            <a:lnSpc>
              <a:spcPct val="100000"/>
            </a:lnSpc>
          </a:pPr>
          <a:r>
            <a:rPr lang="en-US" sz="1400">
              <a:latin typeface="Open Sans" panose="020B0606030504020204" pitchFamily="34" charset="0"/>
              <a:ea typeface="Open Sans" panose="020B0606030504020204" pitchFamily="34" charset="0"/>
              <a:cs typeface="Open Sans" panose="020B0606030504020204" pitchFamily="34" charset="0"/>
            </a:rPr>
            <a:t>MO-200: Microsoft Excel (Office 2019)</a:t>
          </a:r>
        </a:p>
      </dgm:t>
    </dgm:pt>
    <dgm:pt modelId="{7B858CB3-FE27-4045-BCD9-F6600578519C}" type="parTrans" cxnId="{23E088A8-9353-4B7C-8852-676DAEB66229}">
      <dgm:prSet/>
      <dgm:spPr/>
      <dgm:t>
        <a:bodyPr/>
        <a:lstStyle/>
        <a:p>
          <a:endParaRPr lang="en-US"/>
        </a:p>
      </dgm:t>
    </dgm:pt>
    <dgm:pt modelId="{485D3550-4527-4BF5-A6B2-8FDB27C2EB43}" type="sibTrans" cxnId="{23E088A8-9353-4B7C-8852-676DAEB66229}">
      <dgm:prSet/>
      <dgm:spPr/>
      <dgm:t>
        <a:bodyPr/>
        <a:lstStyle/>
        <a:p>
          <a:endParaRPr lang="en-US"/>
        </a:p>
      </dgm:t>
    </dgm:pt>
    <dgm:pt modelId="{33D92066-360D-4214-8650-A91DC7A91937}">
      <dgm:prSet phldrT="[Text]" custT="1"/>
      <dgm:spPr/>
      <dgm:t>
        <a:bodyPr/>
        <a:lstStyle/>
        <a:p>
          <a:pPr>
            <a:lnSpc>
              <a:spcPct val="100000"/>
            </a:lnSpc>
          </a:pPr>
          <a:r>
            <a:rPr lang="en-US" sz="1400">
              <a:latin typeface="Open Sans" panose="020B0606030504020204" pitchFamily="34" charset="0"/>
              <a:ea typeface="Open Sans" panose="020B0606030504020204" pitchFamily="34" charset="0"/>
              <a:cs typeface="Open Sans" panose="020B0606030504020204" pitchFamily="34" charset="0"/>
            </a:rPr>
            <a:t>MO-400: Microsoft Outlook (Office 2019)</a:t>
          </a:r>
        </a:p>
      </dgm:t>
    </dgm:pt>
    <dgm:pt modelId="{70A59E6A-0134-47E1-9217-66CF4ED2E862}" type="parTrans" cxnId="{44787769-9D0C-4465-BE8C-F1D2C705096E}">
      <dgm:prSet/>
      <dgm:spPr/>
      <dgm:t>
        <a:bodyPr/>
        <a:lstStyle/>
        <a:p>
          <a:endParaRPr lang="en-US"/>
        </a:p>
      </dgm:t>
    </dgm:pt>
    <dgm:pt modelId="{413E8317-47CD-4E8B-99D1-48F480F71BC2}" type="sibTrans" cxnId="{44787769-9D0C-4465-BE8C-F1D2C705096E}">
      <dgm:prSet/>
      <dgm:spPr/>
      <dgm:t>
        <a:bodyPr/>
        <a:lstStyle/>
        <a:p>
          <a:endParaRPr lang="en-US"/>
        </a:p>
      </dgm:t>
    </dgm:pt>
    <dgm:pt modelId="{22056E94-B965-44A0-BBDC-10F73ED7CB73}">
      <dgm:prSet phldrT="[Text]" custT="1"/>
      <dgm:spPr/>
      <dgm:t>
        <a:bodyPr/>
        <a:lstStyle/>
        <a:p>
          <a:pPr>
            <a:lnSpc>
              <a:spcPct val="100000"/>
            </a:lnSpc>
          </a:pPr>
          <a:endParaRPr lang="en-US" sz="1400">
            <a:latin typeface="Open Sans" panose="020B0606030504020204" pitchFamily="34" charset="0"/>
            <a:ea typeface="Open Sans" panose="020B0606030504020204" pitchFamily="34" charset="0"/>
            <a:cs typeface="Open Sans" panose="020B0606030504020204" pitchFamily="34" charset="0"/>
          </a:endParaRPr>
        </a:p>
      </dgm:t>
    </dgm:pt>
    <dgm:pt modelId="{3403B16F-9A3E-4876-8C0B-B383D9A371D0}" type="parTrans" cxnId="{719A935B-3445-4B9D-863F-E217F0F1CFAF}">
      <dgm:prSet/>
      <dgm:spPr/>
      <dgm:t>
        <a:bodyPr/>
        <a:lstStyle/>
        <a:p>
          <a:endParaRPr lang="en-US"/>
        </a:p>
      </dgm:t>
    </dgm:pt>
    <dgm:pt modelId="{37D3ADA1-6066-4B7A-8656-646F703A5D22}" type="sibTrans" cxnId="{719A935B-3445-4B9D-863F-E217F0F1CFAF}">
      <dgm:prSet/>
      <dgm:spPr/>
      <dgm:t>
        <a:bodyPr/>
        <a:lstStyle/>
        <a:p>
          <a:endParaRPr lang="en-US"/>
        </a:p>
      </dgm:t>
    </dgm:pt>
    <dgm:pt modelId="{BD918D71-BF14-4CE6-841E-6C6782EFFD6E}">
      <dgm:prSet phldrT="[Text]" custT="1"/>
      <dgm:spPr/>
      <dgm:t>
        <a:bodyPr/>
        <a:lstStyle/>
        <a:p>
          <a:pPr>
            <a:lnSpc>
              <a:spcPct val="100000"/>
            </a:lnSpc>
          </a:pPr>
          <a:r>
            <a:rPr lang="en-US" sz="1400">
              <a:latin typeface="Open Sans" panose="020B0606030504020204" pitchFamily="34" charset="0"/>
              <a:ea typeface="Open Sans" panose="020B0606030504020204" pitchFamily="34" charset="0"/>
              <a:cs typeface="Open Sans" panose="020B0606030504020204" pitchFamily="34" charset="0"/>
            </a:rPr>
            <a:t>Pass any two of the following three Expert exams:</a:t>
          </a:r>
        </a:p>
      </dgm:t>
    </dgm:pt>
    <dgm:pt modelId="{53EFD89D-446B-4969-AD35-33EB828C89B3}" type="parTrans" cxnId="{EB7C9930-0219-40F0-B9CD-FFB4FFFAE517}">
      <dgm:prSet/>
      <dgm:spPr/>
      <dgm:t>
        <a:bodyPr/>
        <a:lstStyle/>
        <a:p>
          <a:endParaRPr lang="en-US"/>
        </a:p>
      </dgm:t>
    </dgm:pt>
    <dgm:pt modelId="{4958359F-17AD-490D-8E50-80EDF6683F3A}" type="sibTrans" cxnId="{EB7C9930-0219-40F0-B9CD-FFB4FFFAE517}">
      <dgm:prSet/>
      <dgm:spPr/>
      <dgm:t>
        <a:bodyPr/>
        <a:lstStyle/>
        <a:p>
          <a:endParaRPr lang="en-US"/>
        </a:p>
      </dgm:t>
    </dgm:pt>
    <dgm:pt modelId="{2FC20A8C-7C87-4157-B612-BD990892298C}">
      <dgm:prSet phldrT="[Text]" custT="1"/>
      <dgm:spPr/>
      <dgm:t>
        <a:bodyPr/>
        <a:lstStyle/>
        <a:p>
          <a:pPr>
            <a:lnSpc>
              <a:spcPct val="100000"/>
            </a:lnSpc>
          </a:pPr>
          <a:r>
            <a:rPr lang="en-US" sz="1400">
              <a:latin typeface="Open Sans" panose="020B0606030504020204" pitchFamily="34" charset="0"/>
              <a:ea typeface="Open Sans" panose="020B0606030504020204" pitchFamily="34" charset="0"/>
              <a:cs typeface="Open Sans" panose="020B0606030504020204" pitchFamily="34" charset="0"/>
            </a:rPr>
            <a:t>MO-101: Microsoft Word Expert (Office 2019)</a:t>
          </a:r>
        </a:p>
      </dgm:t>
    </dgm:pt>
    <dgm:pt modelId="{A01D3A86-1474-4EAE-B3B5-20362858B5F5}" type="parTrans" cxnId="{78725D76-FB2C-448B-8E5D-D27FB43C6AE1}">
      <dgm:prSet/>
      <dgm:spPr/>
      <dgm:t>
        <a:bodyPr/>
        <a:lstStyle/>
        <a:p>
          <a:endParaRPr lang="en-US"/>
        </a:p>
      </dgm:t>
    </dgm:pt>
    <dgm:pt modelId="{6F910946-BBAA-4FAE-AD16-1E6D7176FCF5}" type="sibTrans" cxnId="{78725D76-FB2C-448B-8E5D-D27FB43C6AE1}">
      <dgm:prSet/>
      <dgm:spPr/>
      <dgm:t>
        <a:bodyPr/>
        <a:lstStyle/>
        <a:p>
          <a:endParaRPr lang="en-US"/>
        </a:p>
      </dgm:t>
    </dgm:pt>
    <dgm:pt modelId="{4FF00CF8-0368-41A5-9485-C259843FA76D}">
      <dgm:prSet phldrT="[Text]" custT="1"/>
      <dgm:spPr/>
      <dgm:t>
        <a:bodyPr/>
        <a:lstStyle/>
        <a:p>
          <a:pPr>
            <a:lnSpc>
              <a:spcPct val="100000"/>
            </a:lnSpc>
          </a:pPr>
          <a:r>
            <a:rPr lang="en-US" sz="1400">
              <a:latin typeface="Open Sans" panose="020B0606030504020204" pitchFamily="34" charset="0"/>
              <a:ea typeface="Open Sans" panose="020B0606030504020204" pitchFamily="34" charset="0"/>
              <a:cs typeface="Open Sans" panose="020B0606030504020204" pitchFamily="34" charset="0"/>
            </a:rPr>
            <a:t>MO-201: Microsoft Excel Expert (Office 2019)</a:t>
          </a:r>
        </a:p>
      </dgm:t>
    </dgm:pt>
    <dgm:pt modelId="{53941293-D1EC-406D-AD03-E44427E76E14}" type="parTrans" cxnId="{F7F19870-255F-45BF-892F-724018788A77}">
      <dgm:prSet/>
      <dgm:spPr/>
      <dgm:t>
        <a:bodyPr/>
        <a:lstStyle/>
        <a:p>
          <a:endParaRPr lang="en-US"/>
        </a:p>
      </dgm:t>
    </dgm:pt>
    <dgm:pt modelId="{64079131-AD64-413E-8C63-B6B367CFFE6D}" type="sibTrans" cxnId="{F7F19870-255F-45BF-892F-724018788A77}">
      <dgm:prSet/>
      <dgm:spPr/>
      <dgm:t>
        <a:bodyPr/>
        <a:lstStyle/>
        <a:p>
          <a:endParaRPr lang="en-US"/>
        </a:p>
      </dgm:t>
    </dgm:pt>
    <dgm:pt modelId="{4F6772EE-D425-4419-B83F-5389DB2EDAC4}">
      <dgm:prSet phldrT="[Text]" custT="1"/>
      <dgm:spPr/>
      <dgm:t>
        <a:bodyPr/>
        <a:lstStyle/>
        <a:p>
          <a:pPr>
            <a:lnSpc>
              <a:spcPct val="100000"/>
            </a:lnSpc>
          </a:pPr>
          <a:r>
            <a:rPr lang="en-US" sz="1400">
              <a:latin typeface="Open Sans" panose="020B0606030504020204" pitchFamily="34" charset="0"/>
              <a:ea typeface="Open Sans" panose="020B0606030504020204" pitchFamily="34" charset="0"/>
              <a:cs typeface="Open Sans" panose="020B0606030504020204" pitchFamily="34" charset="0"/>
            </a:rPr>
            <a:t>MO-500: Microsoft Access Expert (Office 2019)</a:t>
          </a:r>
        </a:p>
      </dgm:t>
    </dgm:pt>
    <dgm:pt modelId="{14849CA2-D639-4E5C-B0B4-23868DE526FC}" type="parTrans" cxnId="{F51BDD81-944F-4222-8D46-805D4EB635DE}">
      <dgm:prSet/>
      <dgm:spPr/>
      <dgm:t>
        <a:bodyPr/>
        <a:lstStyle/>
        <a:p>
          <a:endParaRPr lang="en-US"/>
        </a:p>
      </dgm:t>
    </dgm:pt>
    <dgm:pt modelId="{96712840-4F0E-4CB7-9569-EF4B97A19377}" type="sibTrans" cxnId="{F51BDD81-944F-4222-8D46-805D4EB635DE}">
      <dgm:prSet/>
      <dgm:spPr/>
      <dgm:t>
        <a:bodyPr/>
        <a:lstStyle/>
        <a:p>
          <a:endParaRPr lang="en-US"/>
        </a:p>
      </dgm:t>
    </dgm:pt>
    <dgm:pt modelId="{25886DFE-4D68-4198-9824-64A9FF641581}" type="pres">
      <dgm:prSet presAssocID="{84BE9FB0-5997-4470-91DC-9B3839A2696D}" presName="Name0" presStyleCnt="0">
        <dgm:presLayoutVars>
          <dgm:chMax val="5"/>
          <dgm:chPref val="5"/>
          <dgm:dir/>
          <dgm:animLvl val="lvl"/>
        </dgm:presLayoutVars>
      </dgm:prSet>
      <dgm:spPr/>
    </dgm:pt>
    <dgm:pt modelId="{C1396CBB-AF12-4BEE-865B-815F18B5819B}" type="pres">
      <dgm:prSet presAssocID="{52E0640A-4DB8-4C42-8569-03C1551E758A}" presName="parentText1" presStyleLbl="node1" presStyleIdx="0" presStyleCnt="2">
        <dgm:presLayoutVars>
          <dgm:chMax/>
          <dgm:chPref val="3"/>
          <dgm:bulletEnabled val="1"/>
        </dgm:presLayoutVars>
      </dgm:prSet>
      <dgm:spPr/>
    </dgm:pt>
    <dgm:pt modelId="{563E3779-3863-4437-A9D1-2CB4CD8A9788}" type="pres">
      <dgm:prSet presAssocID="{52E0640A-4DB8-4C42-8569-03C1551E758A}" presName="childText1" presStyleLbl="solidAlignAcc1" presStyleIdx="0" presStyleCnt="2">
        <dgm:presLayoutVars>
          <dgm:chMax val="0"/>
          <dgm:chPref val="0"/>
          <dgm:bulletEnabled val="1"/>
        </dgm:presLayoutVars>
      </dgm:prSet>
      <dgm:spPr/>
    </dgm:pt>
    <dgm:pt modelId="{20B5B0B5-FC4F-4C75-8D56-09044CC931E5}" type="pres">
      <dgm:prSet presAssocID="{3C203C7D-AD6E-45AE-83D7-F0C31996C7F1}" presName="parentText2" presStyleLbl="node1" presStyleIdx="1" presStyleCnt="2">
        <dgm:presLayoutVars>
          <dgm:chMax/>
          <dgm:chPref val="3"/>
          <dgm:bulletEnabled val="1"/>
        </dgm:presLayoutVars>
      </dgm:prSet>
      <dgm:spPr/>
    </dgm:pt>
    <dgm:pt modelId="{D1196776-E85E-4979-BA5E-5E170A7DA255}" type="pres">
      <dgm:prSet presAssocID="{3C203C7D-AD6E-45AE-83D7-F0C31996C7F1}" presName="childText2" presStyleLbl="solidAlignAcc1" presStyleIdx="1" presStyleCnt="2">
        <dgm:presLayoutVars>
          <dgm:chMax val="0"/>
          <dgm:chPref val="0"/>
          <dgm:bulletEnabled val="1"/>
        </dgm:presLayoutVars>
      </dgm:prSet>
      <dgm:spPr/>
    </dgm:pt>
  </dgm:ptLst>
  <dgm:cxnLst>
    <dgm:cxn modelId="{4F5ADA02-5AE6-4BC0-859A-8B5943E8149E}" type="presOf" srcId="{22056E94-B965-44A0-BBDC-10F73ED7CB73}" destId="{D1196776-E85E-4979-BA5E-5E170A7DA255}" srcOrd="0" destOrd="6" presId="urn:microsoft.com/office/officeart/2009/3/layout/IncreasingArrowsProcess"/>
    <dgm:cxn modelId="{2832BE03-C1A3-4BF1-A0FC-250B2C6B63D5}" type="presOf" srcId="{70328154-C3CC-44A6-A76E-8B36AC2513AF}" destId="{D1196776-E85E-4979-BA5E-5E170A7DA255}" srcOrd="0" destOrd="0" presId="urn:microsoft.com/office/officeart/2009/3/layout/IncreasingArrowsProcess"/>
    <dgm:cxn modelId="{69FE3E07-9ABD-4EF9-8F56-45EA2E70CFB1}" srcId="{84BE9FB0-5997-4470-91DC-9B3839A2696D}" destId="{52E0640A-4DB8-4C42-8569-03C1551E758A}" srcOrd="0" destOrd="0" parTransId="{3CC006ED-2882-40E2-BFEF-3E5A125AB2AF}" sibTransId="{9F704104-505D-40DA-A3C3-50AC60CDB204}"/>
    <dgm:cxn modelId="{A867F711-0445-4605-B7E9-63DCD79A8A38}" type="presOf" srcId="{3C203C7D-AD6E-45AE-83D7-F0C31996C7F1}" destId="{20B5B0B5-FC4F-4C75-8D56-09044CC931E5}" srcOrd="0" destOrd="0" presId="urn:microsoft.com/office/officeart/2009/3/layout/IncreasingArrowsProcess"/>
    <dgm:cxn modelId="{F6CA4E18-78CC-4E53-9F3D-E04A008F5175}" srcId="{DCB020E4-3EE1-4F61-96DB-15DFAFDCE7E4}" destId="{78D60724-3D97-42B8-A7EA-2C3F8968B5CE}" srcOrd="0" destOrd="0" parTransId="{F2A1D311-8A98-4EAC-8E16-4ADCA735B4FB}" sibTransId="{68741C02-4B5E-4824-B03C-35E26452F8C1}"/>
    <dgm:cxn modelId="{962F9D2F-2A25-4CFB-8FD5-5B0723178539}" srcId="{70328154-C3CC-44A6-A76E-8B36AC2513AF}" destId="{60D7F1F6-D246-4C67-A380-F68337C7246E}" srcOrd="0" destOrd="0" parTransId="{05C07A98-4543-42D0-8232-D9D6DE39A113}" sibTransId="{5C0660C2-25F1-4DC0-982D-3E9CDA3C252D}"/>
    <dgm:cxn modelId="{EB7C9930-0219-40F0-B9CD-FFB4FFFAE517}" srcId="{70328154-C3CC-44A6-A76E-8B36AC2513AF}" destId="{BD918D71-BF14-4CE6-841E-6C6782EFFD6E}" srcOrd="1" destOrd="0" parTransId="{53EFD89D-446B-4969-AD35-33EB828C89B3}" sibTransId="{4958359F-17AD-490D-8E50-80EDF6683F3A}"/>
    <dgm:cxn modelId="{719A935B-3445-4B9D-863F-E217F0F1CFAF}" srcId="{3C203C7D-AD6E-45AE-83D7-F0C31996C7F1}" destId="{22056E94-B965-44A0-BBDC-10F73ED7CB73}" srcOrd="1" destOrd="0" parTransId="{3403B16F-9A3E-4876-8C0B-B383D9A371D0}" sibTransId="{37D3ADA1-6066-4B7A-8656-646F703A5D22}"/>
    <dgm:cxn modelId="{FE3BEC60-E7C4-4D03-AD1C-425B61D08703}" type="presOf" srcId="{4F6772EE-D425-4419-B83F-5389DB2EDAC4}" destId="{D1196776-E85E-4979-BA5E-5E170A7DA255}" srcOrd="0" destOrd="5" presId="urn:microsoft.com/office/officeart/2009/3/layout/IncreasingArrowsProcess"/>
    <dgm:cxn modelId="{68820C64-CA9A-4B70-9BE3-5520F74AEE57}" type="presOf" srcId="{BD918D71-BF14-4CE6-841E-6C6782EFFD6E}" destId="{D1196776-E85E-4979-BA5E-5E170A7DA255}" srcOrd="0" destOrd="2" presId="urn:microsoft.com/office/officeart/2009/3/layout/IncreasingArrowsProcess"/>
    <dgm:cxn modelId="{79F5F646-6E80-49C1-80EF-043839AEAAE1}" type="presOf" srcId="{2FC20A8C-7C87-4157-B612-BD990892298C}" destId="{D1196776-E85E-4979-BA5E-5E170A7DA255}" srcOrd="0" destOrd="3" presId="urn:microsoft.com/office/officeart/2009/3/layout/IncreasingArrowsProcess"/>
    <dgm:cxn modelId="{44787769-9D0C-4465-BE8C-F1D2C705096E}" srcId="{DCB020E4-3EE1-4F61-96DB-15DFAFDCE7E4}" destId="{33D92066-360D-4214-8650-A91DC7A91937}" srcOrd="3" destOrd="0" parTransId="{70A59E6A-0134-47E1-9217-66CF4ED2E862}" sibTransId="{413E8317-47CD-4E8B-99D1-48F480F71BC2}"/>
    <dgm:cxn modelId="{2697CE4D-7F6C-4FB7-8715-C13D31D8C187}" type="presOf" srcId="{33D92066-360D-4214-8650-A91DC7A91937}" destId="{563E3779-3863-4437-A9D1-2CB4CD8A9788}" srcOrd="0" destOrd="4" presId="urn:microsoft.com/office/officeart/2009/3/layout/IncreasingArrowsProcess"/>
    <dgm:cxn modelId="{16D1D86F-FCAC-4A27-8223-7F9CC596AF6F}" srcId="{52E0640A-4DB8-4C42-8569-03C1551E758A}" destId="{DCB020E4-3EE1-4F61-96DB-15DFAFDCE7E4}" srcOrd="0" destOrd="0" parTransId="{1943DEC2-0573-4B4F-8D0B-03ED1986ACBA}" sibTransId="{7B18F2F3-EB1C-43EF-B3D9-903C4025549D}"/>
    <dgm:cxn modelId="{F7F19870-255F-45BF-892F-724018788A77}" srcId="{BD918D71-BF14-4CE6-841E-6C6782EFFD6E}" destId="{4FF00CF8-0368-41A5-9485-C259843FA76D}" srcOrd="1" destOrd="0" parTransId="{53941293-D1EC-406D-AD03-E44427E76E14}" sibTransId="{64079131-AD64-413E-8C63-B6B367CFFE6D}"/>
    <dgm:cxn modelId="{78725D76-FB2C-448B-8E5D-D27FB43C6AE1}" srcId="{BD918D71-BF14-4CE6-841E-6C6782EFFD6E}" destId="{2FC20A8C-7C87-4157-B612-BD990892298C}" srcOrd="0" destOrd="0" parTransId="{A01D3A86-1474-4EAE-B3B5-20362858B5F5}" sibTransId="{6F910946-BBAA-4FAE-AD16-1E6D7176FCF5}"/>
    <dgm:cxn modelId="{98D6667F-091C-4DD5-995B-ACEB7CC421CA}" type="presOf" srcId="{9CCABB94-2072-49D7-9197-49533226C58A}" destId="{563E3779-3863-4437-A9D1-2CB4CD8A9788}" srcOrd="0" destOrd="3" presId="urn:microsoft.com/office/officeart/2009/3/layout/IncreasingArrowsProcess"/>
    <dgm:cxn modelId="{F51BDD81-944F-4222-8D46-805D4EB635DE}" srcId="{BD918D71-BF14-4CE6-841E-6C6782EFFD6E}" destId="{4F6772EE-D425-4419-B83F-5389DB2EDAC4}" srcOrd="2" destOrd="0" parTransId="{14849CA2-D639-4E5C-B0B4-23868DE526FC}" sibTransId="{96712840-4F0E-4CB7-9569-EF4B97A19377}"/>
    <dgm:cxn modelId="{8514A39D-C6D7-4A68-BAA5-8FF4B5CB1985}" type="presOf" srcId="{52E0640A-4DB8-4C42-8569-03C1551E758A}" destId="{C1396CBB-AF12-4BEE-865B-815F18B5819B}" srcOrd="0" destOrd="0" presId="urn:microsoft.com/office/officeart/2009/3/layout/IncreasingArrowsProcess"/>
    <dgm:cxn modelId="{23E088A8-9353-4B7C-8852-676DAEB66229}" srcId="{DCB020E4-3EE1-4F61-96DB-15DFAFDCE7E4}" destId="{CC49E603-661C-40D8-A49A-CEDF41E8B345}" srcOrd="1" destOrd="0" parTransId="{7B858CB3-FE27-4045-BCD9-F6600578519C}" sibTransId="{485D3550-4527-4BF5-A6B2-8FDB27C2EB43}"/>
    <dgm:cxn modelId="{97EFC3BA-5ACB-416F-B84F-371968099C11}" type="presOf" srcId="{4FF00CF8-0368-41A5-9485-C259843FA76D}" destId="{D1196776-E85E-4979-BA5E-5E170A7DA255}" srcOrd="0" destOrd="4" presId="urn:microsoft.com/office/officeart/2009/3/layout/IncreasingArrowsProcess"/>
    <dgm:cxn modelId="{AB6E5EC0-6B93-4965-9073-2D235FD19BE4}" srcId="{DCB020E4-3EE1-4F61-96DB-15DFAFDCE7E4}" destId="{9CCABB94-2072-49D7-9197-49533226C58A}" srcOrd="2" destOrd="0" parTransId="{5608E8F3-DDB8-4DD6-A18C-3F24775BD0D0}" sibTransId="{0EFAFFB9-F4F9-428D-8194-627F05276E5B}"/>
    <dgm:cxn modelId="{034207CA-F865-4038-ADBA-4691AA527733}" type="presOf" srcId="{DCB020E4-3EE1-4F61-96DB-15DFAFDCE7E4}" destId="{563E3779-3863-4437-A9D1-2CB4CD8A9788}" srcOrd="0" destOrd="0" presId="urn:microsoft.com/office/officeart/2009/3/layout/IncreasingArrowsProcess"/>
    <dgm:cxn modelId="{8E89C0CA-6A2B-43BB-81D0-E31FED1B4F23}" type="presOf" srcId="{60D7F1F6-D246-4C67-A380-F68337C7246E}" destId="{D1196776-E85E-4979-BA5E-5E170A7DA255}" srcOrd="0" destOrd="1" presId="urn:microsoft.com/office/officeart/2009/3/layout/IncreasingArrowsProcess"/>
    <dgm:cxn modelId="{077CDED9-46FD-49EE-B038-9A14C4BB58C4}" type="presOf" srcId="{84BE9FB0-5997-4470-91DC-9B3839A2696D}" destId="{25886DFE-4D68-4198-9824-64A9FF641581}" srcOrd="0" destOrd="0" presId="urn:microsoft.com/office/officeart/2009/3/layout/IncreasingArrowsProcess"/>
    <dgm:cxn modelId="{B4002ADA-82A3-4FB3-B2F6-5F360D691B6B}" srcId="{3C203C7D-AD6E-45AE-83D7-F0C31996C7F1}" destId="{70328154-C3CC-44A6-A76E-8B36AC2513AF}" srcOrd="0" destOrd="0" parTransId="{49BDBE2B-6F53-4777-A5FE-4145BF78B1A4}" sibTransId="{79F26C74-5437-4595-B6CC-34F068119AD1}"/>
    <dgm:cxn modelId="{7DF78FDB-EA51-4C9E-83A0-ACFDFB06C0F9}" srcId="{84BE9FB0-5997-4470-91DC-9B3839A2696D}" destId="{3C203C7D-AD6E-45AE-83D7-F0C31996C7F1}" srcOrd="1" destOrd="0" parTransId="{7C395855-E85E-4B62-9F18-C1DAE92613BB}" sibTransId="{275389F8-440A-4548-8D09-DDB797262933}"/>
    <dgm:cxn modelId="{9FCBEBE7-AC32-47FC-B0A7-43E027A94AE3}" type="presOf" srcId="{78D60724-3D97-42B8-A7EA-2C3F8968B5CE}" destId="{563E3779-3863-4437-A9D1-2CB4CD8A9788}" srcOrd="0" destOrd="1" presId="urn:microsoft.com/office/officeart/2009/3/layout/IncreasingArrowsProcess"/>
    <dgm:cxn modelId="{0324BEFF-4DBC-43B5-A994-5FA339A2F307}" type="presOf" srcId="{CC49E603-661C-40D8-A49A-CEDF41E8B345}" destId="{563E3779-3863-4437-A9D1-2CB4CD8A9788}" srcOrd="0" destOrd="2" presId="urn:microsoft.com/office/officeart/2009/3/layout/IncreasingArrowsProcess"/>
    <dgm:cxn modelId="{364AD2FC-F4BC-4F58-B25C-8FBC38C1E3C2}" type="presParOf" srcId="{25886DFE-4D68-4198-9824-64A9FF641581}" destId="{C1396CBB-AF12-4BEE-865B-815F18B5819B}" srcOrd="0" destOrd="0" presId="urn:microsoft.com/office/officeart/2009/3/layout/IncreasingArrowsProcess"/>
    <dgm:cxn modelId="{CFF85C3C-667C-49C8-8F41-EB70C9559B2D}" type="presParOf" srcId="{25886DFE-4D68-4198-9824-64A9FF641581}" destId="{563E3779-3863-4437-A9D1-2CB4CD8A9788}" srcOrd="1" destOrd="0" presId="urn:microsoft.com/office/officeart/2009/3/layout/IncreasingArrowsProcess"/>
    <dgm:cxn modelId="{87B6F5B1-2A16-4511-A4A7-46A0A961DC2F}" type="presParOf" srcId="{25886DFE-4D68-4198-9824-64A9FF641581}" destId="{20B5B0B5-FC4F-4C75-8D56-09044CC931E5}" srcOrd="2" destOrd="0" presId="urn:microsoft.com/office/officeart/2009/3/layout/IncreasingArrowsProcess"/>
    <dgm:cxn modelId="{4D3F5548-AE32-40BA-82AE-CFAE4776356B}" type="presParOf" srcId="{25886DFE-4D68-4198-9824-64A9FF641581}" destId="{D1196776-E85E-4979-BA5E-5E170A7DA255}" srcOrd="3" destOrd="0" presId="urn:microsoft.com/office/officeart/2009/3/layout/IncreasingArrows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505E82-E055-449F-B6DA-D6598EBD00E7}">
      <dsp:nvSpPr>
        <dsp:cNvPr id="0" name=""/>
        <dsp:cNvSpPr/>
      </dsp:nvSpPr>
      <dsp:spPr>
        <a:xfrm>
          <a:off x="27882" y="327385"/>
          <a:ext cx="1920234" cy="1188719"/>
        </a:xfrm>
        <a:prstGeom prst="rect">
          <a:avLst/>
        </a:prstGeom>
        <a:blipFill dpi="0" rotWithShape="1">
          <a:blip xmlns:r="http://schemas.openxmlformats.org/officeDocument/2006/relationships" r:embed="rId1"/>
          <a:srcRect/>
          <a:stretch>
            <a:fillRect l="-1446" r="-69"/>
          </a:stretch>
        </a:blip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7395406-E1A5-4BA2-92E9-7E6CA46D2644}">
      <dsp:nvSpPr>
        <dsp:cNvPr id="0" name=""/>
        <dsp:cNvSpPr/>
      </dsp:nvSpPr>
      <dsp:spPr>
        <a:xfrm flipH="1">
          <a:off x="173" y="324089"/>
          <a:ext cx="1822" cy="3169339"/>
        </a:xfrm>
        <a:prstGeom prst="line">
          <a:avLst/>
        </a:pr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ED8B26-E3EF-4A57-8F9D-ACAB5185B9F5}">
      <dsp:nvSpPr>
        <dsp:cNvPr id="0" name=""/>
        <dsp:cNvSpPr/>
      </dsp:nvSpPr>
      <dsp:spPr>
        <a:xfrm>
          <a:off x="986" y="1544768"/>
          <a:ext cx="1974026" cy="19740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u="none" kern="1200" dirty="0"/>
            <a:t>Demonstrate that you have the skills needed to get the most out of Office by earning a Microsoft Office Specialist (MOS) certification in a specific Office program. Holding a MOS certification can earn an entry-level business employee as much as $16,000 more in annual salary than uncertified peers.*</a:t>
          </a:r>
          <a:endParaRPr lang="en-US" sz="1100" kern="1200" dirty="0"/>
        </a:p>
      </dsp:txBody>
      <dsp:txXfrm>
        <a:off x="986" y="1544768"/>
        <a:ext cx="1974026" cy="1974026"/>
      </dsp:txXfrm>
    </dsp:sp>
    <dsp:sp modelId="{DC8392E7-CAC4-4A07-8CF9-C964771B949A}">
      <dsp:nvSpPr>
        <dsp:cNvPr id="0" name=""/>
        <dsp:cNvSpPr/>
      </dsp:nvSpPr>
      <dsp:spPr>
        <a:xfrm>
          <a:off x="2004340" y="325737"/>
          <a:ext cx="1920234" cy="1188719"/>
        </a:xfrm>
        <a:prstGeom prst="rect">
          <a:avLst/>
        </a:prstGeom>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l="12" r="126"/>
          </a:stretch>
        </a:blip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56B6A9-543A-4037-BD52-78DC7FEA4E90}">
      <dsp:nvSpPr>
        <dsp:cNvPr id="0" name=""/>
        <dsp:cNvSpPr/>
      </dsp:nvSpPr>
      <dsp:spPr>
        <a:xfrm flipH="1">
          <a:off x="1975569" y="326388"/>
          <a:ext cx="3948" cy="3161443"/>
        </a:xfrm>
        <a:prstGeom prst="line">
          <a:avLst/>
        </a:pr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E97F36-D9D2-42A9-97DD-079B5CBA834C}">
      <dsp:nvSpPr>
        <dsp:cNvPr id="0" name=""/>
        <dsp:cNvSpPr/>
      </dsp:nvSpPr>
      <dsp:spPr>
        <a:xfrm>
          <a:off x="1977444" y="1534256"/>
          <a:ext cx="1974026" cy="19740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u="none" kern="1200" dirty="0"/>
            <a:t>Demonstrate that you have advanced skills in key Office programs by earning a Microsoft Office Specialist Expert certification.</a:t>
          </a:r>
          <a:endParaRPr lang="en-US" sz="1100" kern="1200" dirty="0"/>
        </a:p>
      </dsp:txBody>
      <dsp:txXfrm>
        <a:off x="1977444" y="1534256"/>
        <a:ext cx="1974026" cy="1974026"/>
      </dsp:txXfrm>
    </dsp:sp>
    <dsp:sp modelId="{1AE02A09-9F74-4E96-A6E1-AB058B51F83E}">
      <dsp:nvSpPr>
        <dsp:cNvPr id="0" name=""/>
        <dsp:cNvSpPr/>
      </dsp:nvSpPr>
      <dsp:spPr>
        <a:xfrm>
          <a:off x="3980799" y="325737"/>
          <a:ext cx="1920234" cy="1188719"/>
        </a:xfrm>
        <a:prstGeom prst="rect">
          <a:avLst/>
        </a:prstGeom>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l="-164" r="-124"/>
          </a:stretch>
        </a:blip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07F17C-47C2-491E-8023-1113677151A0}">
      <dsp:nvSpPr>
        <dsp:cNvPr id="0" name=""/>
        <dsp:cNvSpPr/>
      </dsp:nvSpPr>
      <dsp:spPr>
        <a:xfrm flipH="1">
          <a:off x="3952027" y="326388"/>
          <a:ext cx="3948" cy="3161443"/>
        </a:xfrm>
        <a:prstGeom prst="line">
          <a:avLst/>
        </a:pr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A07EC73-7AC0-4E51-B6BE-9E3AFA06DED8}">
      <dsp:nvSpPr>
        <dsp:cNvPr id="0" name=""/>
        <dsp:cNvSpPr/>
      </dsp:nvSpPr>
      <dsp:spPr>
        <a:xfrm>
          <a:off x="3953902" y="1534256"/>
          <a:ext cx="1974026" cy="19740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0" u="none" kern="1200" dirty="0"/>
            <a:t>Demonstrate that you have the deepest level of skills needed to proficiently use Microsoft Office. </a:t>
          </a:r>
          <a:endParaRPr lang="en-US" sz="1100" kern="1200" dirty="0"/>
        </a:p>
      </dsp:txBody>
      <dsp:txXfrm>
        <a:off x="3953902" y="1534256"/>
        <a:ext cx="1974026" cy="19740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6D3749-E745-47D1-BE50-1E170DA4000A}">
      <dsp:nvSpPr>
        <dsp:cNvPr id="0" name=""/>
        <dsp:cNvSpPr/>
      </dsp:nvSpPr>
      <dsp:spPr>
        <a:xfrm>
          <a:off x="2378" y="6447"/>
          <a:ext cx="1097114" cy="1097114"/>
        </a:xfrm>
        <a:prstGeom prst="chord">
          <a:avLst>
            <a:gd name="adj1" fmla="val 4800000"/>
            <a:gd name="adj2" fmla="val 16800000"/>
          </a:avLst>
        </a:prstGeom>
        <a:solidFill>
          <a:schemeClr val="accent4">
            <a:tint val="40000"/>
            <a:hueOff val="0"/>
            <a:satOff val="0"/>
            <a:lumOff val="0"/>
            <a:alphaOff val="0"/>
          </a:schemeClr>
        </a:solidFill>
        <a:ln>
          <a:noFill/>
        </a:ln>
        <a:effectLst>
          <a:outerShdw blurRad="50800" dist="15875" dir="5400000" algn="ctr" rotWithShape="0">
            <a:srgbClr val="000000">
              <a:alpha val="68000"/>
            </a:srgbClr>
          </a:outerShdw>
        </a:effectLst>
      </dsp:spPr>
      <dsp:style>
        <a:lnRef idx="0">
          <a:scrgbClr r="0" g="0" b="0"/>
        </a:lnRef>
        <a:fillRef idx="1">
          <a:scrgbClr r="0" g="0" b="0"/>
        </a:fillRef>
        <a:effectRef idx="2">
          <a:scrgbClr r="0" g="0" b="0"/>
        </a:effectRef>
        <a:fontRef idx="minor"/>
      </dsp:style>
    </dsp:sp>
    <dsp:sp modelId="{CC966A89-4DCD-4078-958A-D03712350D61}">
      <dsp:nvSpPr>
        <dsp:cNvPr id="0" name=""/>
        <dsp:cNvSpPr/>
      </dsp:nvSpPr>
      <dsp:spPr>
        <a:xfrm>
          <a:off x="112090" y="116158"/>
          <a:ext cx="877691" cy="877691"/>
        </a:xfrm>
        <a:prstGeom prst="pie">
          <a:avLst>
            <a:gd name="adj1" fmla="val 12600000"/>
            <a:gd name="adj2" fmla="val 16200000"/>
          </a:avLst>
        </a:prstGeom>
        <a:gradFill rotWithShape="0">
          <a:gsLst>
            <a:gs pos="0">
              <a:schemeClr val="accent4">
                <a:hueOff val="0"/>
                <a:satOff val="0"/>
                <a:lumOff val="0"/>
                <a:alphaOff val="0"/>
                <a:tint val="85000"/>
                <a:shade val="98000"/>
                <a:satMod val="110000"/>
                <a:lumMod val="103000"/>
              </a:schemeClr>
            </a:gs>
            <a:gs pos="50000">
              <a:schemeClr val="accent4">
                <a:hueOff val="0"/>
                <a:satOff val="0"/>
                <a:lumOff val="0"/>
                <a:alphaOff val="0"/>
                <a:shade val="85000"/>
                <a:satMod val="105000"/>
                <a:lumMod val="100000"/>
              </a:schemeClr>
            </a:gs>
            <a:gs pos="100000">
              <a:schemeClr val="accent4">
                <a:hueOff val="0"/>
                <a:satOff val="0"/>
                <a:lumOff val="0"/>
                <a:alphaOff val="0"/>
                <a:shade val="60000"/>
                <a:satMod val="120000"/>
                <a:lumMod val="100000"/>
              </a:schemeClr>
            </a:gs>
          </a:gsLst>
          <a:lin ang="5400000" scaled="0"/>
        </a:gradFill>
        <a:ln w="9525" cap="flat" cmpd="sng" algn="ctr">
          <a:solidFill>
            <a:schemeClr val="accent4">
              <a:hueOff val="0"/>
              <a:satOff val="0"/>
              <a:lumOff val="0"/>
              <a:alphaOff val="0"/>
            </a:schemeClr>
          </a:solidFill>
          <a:prstDash val="solid"/>
        </a:ln>
        <a:effectLst>
          <a:outerShdw blurRad="88900" dist="2794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7F7BF7BB-F936-42C3-9B13-24AAF8683751}">
      <dsp:nvSpPr>
        <dsp:cNvPr id="0" name=""/>
        <dsp:cNvSpPr/>
      </dsp:nvSpPr>
      <dsp:spPr>
        <a:xfrm rot="16200000">
          <a:off x="-1259302" y="2474954"/>
          <a:ext cx="3181630" cy="6582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r" defTabSz="1244600">
            <a:lnSpc>
              <a:spcPct val="90000"/>
            </a:lnSpc>
            <a:spcBef>
              <a:spcPct val="0"/>
            </a:spcBef>
            <a:spcAft>
              <a:spcPct val="35000"/>
            </a:spcAft>
            <a:buNone/>
          </a:pPr>
          <a:r>
            <a:rPr lang="en-US" sz="2800" kern="1200">
              <a:latin typeface="Open Sans" panose="020B0606030504020204" pitchFamily="34" charset="0"/>
              <a:ea typeface="Open Sans" panose="020B0606030504020204" pitchFamily="34" charset="0"/>
              <a:cs typeface="Open Sans" panose="020B0606030504020204" pitchFamily="34" charset="0"/>
            </a:rPr>
            <a:t>MOS Specialist</a:t>
          </a:r>
        </a:p>
      </dsp:txBody>
      <dsp:txXfrm>
        <a:off x="-1259302" y="2474954"/>
        <a:ext cx="3181630" cy="658268"/>
      </dsp:txXfrm>
    </dsp:sp>
    <dsp:sp modelId="{47DFCB08-3965-47D0-908A-DB149982F14B}">
      <dsp:nvSpPr>
        <dsp:cNvPr id="0" name=""/>
        <dsp:cNvSpPr/>
      </dsp:nvSpPr>
      <dsp:spPr>
        <a:xfrm>
          <a:off x="770358" y="6447"/>
          <a:ext cx="2194228" cy="43884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pPr>
          <a:r>
            <a:rPr lang="en-US" sz="1400" i="1" kern="1200">
              <a:latin typeface="Open Sans" panose="020B0606030504020204" pitchFamily="34" charset="0"/>
              <a:ea typeface="Open Sans" panose="020B0606030504020204" pitchFamily="34" charset="0"/>
              <a:cs typeface="Open Sans" panose="020B0606030504020204" pitchFamily="34" charset="0"/>
            </a:rPr>
            <a:t>To earn </a:t>
          </a:r>
          <a:r>
            <a:rPr lang="en-US" sz="1400" b="1" i="1" kern="1200">
              <a:latin typeface="Open Sans" panose="020B0606030504020204" pitchFamily="34" charset="0"/>
              <a:ea typeface="Open Sans" panose="020B0606030504020204" pitchFamily="34" charset="0"/>
              <a:cs typeface="Open Sans" panose="020B0606030504020204" pitchFamily="34" charset="0"/>
            </a:rPr>
            <a:t>MOS Specialist Certification</a:t>
          </a:r>
          <a:r>
            <a:rPr lang="en-US" sz="1400" i="1" kern="1200">
              <a:latin typeface="Open Sans" panose="020B0606030504020204" pitchFamily="34" charset="0"/>
              <a:ea typeface="Open Sans" panose="020B0606030504020204" pitchFamily="34" charset="0"/>
              <a:cs typeface="Open Sans" panose="020B0606030504020204" pitchFamily="34" charset="0"/>
            </a:rPr>
            <a:t> pass one of the following exam:</a:t>
          </a:r>
          <a:endParaRPr lang="en-US" sz="1400" kern="1200">
            <a:latin typeface="Open Sans" panose="020B0606030504020204" pitchFamily="34" charset="0"/>
            <a:ea typeface="Open Sans" panose="020B0606030504020204" pitchFamily="34" charset="0"/>
            <a:cs typeface="Open Sans" panose="020B0606030504020204" pitchFamily="34" charset="0"/>
          </a:endParaRPr>
        </a:p>
        <a:p>
          <a:pPr marL="114300" lvl="1" indent="-114300" algn="l" defTabSz="622300">
            <a:lnSpc>
              <a:spcPct val="100000"/>
            </a:lnSpc>
            <a:spcBef>
              <a:spcPct val="0"/>
            </a:spcBef>
            <a:spcAft>
              <a:spcPct val="15000"/>
            </a:spcAft>
            <a:buChar char="•"/>
          </a:pPr>
          <a:r>
            <a:rPr lang="en-US" sz="1400" kern="1200">
              <a:latin typeface="Open Sans" panose="020B0606030504020204" pitchFamily="34" charset="0"/>
              <a:ea typeface="Open Sans" panose="020B0606030504020204" pitchFamily="34" charset="0"/>
              <a:cs typeface="Open Sans" panose="020B0606030504020204" pitchFamily="34" charset="0"/>
            </a:rPr>
            <a:t>77-725: Word 2016</a:t>
          </a:r>
        </a:p>
        <a:p>
          <a:pPr marL="114300" lvl="1" indent="-114300" algn="l" defTabSz="622300">
            <a:lnSpc>
              <a:spcPct val="100000"/>
            </a:lnSpc>
            <a:spcBef>
              <a:spcPct val="0"/>
            </a:spcBef>
            <a:spcAft>
              <a:spcPct val="15000"/>
            </a:spcAft>
            <a:buChar char="•"/>
          </a:pPr>
          <a:r>
            <a:rPr lang="en-US" sz="1400" kern="1200">
              <a:latin typeface="Open Sans" panose="020B0606030504020204" pitchFamily="34" charset="0"/>
              <a:ea typeface="Open Sans" panose="020B0606030504020204" pitchFamily="34" charset="0"/>
              <a:cs typeface="Open Sans" panose="020B0606030504020204" pitchFamily="34" charset="0"/>
            </a:rPr>
            <a:t>77-727: Excel 2016</a:t>
          </a:r>
        </a:p>
        <a:p>
          <a:pPr marL="114300" lvl="1" indent="-114300" algn="l" defTabSz="622300">
            <a:lnSpc>
              <a:spcPct val="100000"/>
            </a:lnSpc>
            <a:spcBef>
              <a:spcPct val="0"/>
            </a:spcBef>
            <a:spcAft>
              <a:spcPct val="15000"/>
            </a:spcAft>
            <a:buChar char="•"/>
          </a:pPr>
          <a:r>
            <a:rPr lang="en-US" sz="1400" kern="1200">
              <a:latin typeface="Open Sans" panose="020B0606030504020204" pitchFamily="34" charset="0"/>
              <a:ea typeface="Open Sans" panose="020B0606030504020204" pitchFamily="34" charset="0"/>
              <a:cs typeface="Open Sans" panose="020B0606030504020204" pitchFamily="34" charset="0"/>
            </a:rPr>
            <a:t>77-729: PowerPoint 2016</a:t>
          </a:r>
        </a:p>
        <a:p>
          <a:pPr marL="114300" lvl="1" indent="-114300" algn="l" defTabSz="622300">
            <a:lnSpc>
              <a:spcPct val="100000"/>
            </a:lnSpc>
            <a:spcBef>
              <a:spcPct val="0"/>
            </a:spcBef>
            <a:spcAft>
              <a:spcPct val="15000"/>
            </a:spcAft>
            <a:buChar char="•"/>
          </a:pPr>
          <a:r>
            <a:rPr lang="en-US" sz="1400" kern="1200">
              <a:latin typeface="Open Sans" panose="020B0606030504020204" pitchFamily="34" charset="0"/>
              <a:ea typeface="Open Sans" panose="020B0606030504020204" pitchFamily="34" charset="0"/>
              <a:cs typeface="Open Sans" panose="020B0606030504020204" pitchFamily="34" charset="0"/>
            </a:rPr>
            <a:t>77-730: Access 2016</a:t>
          </a:r>
        </a:p>
        <a:p>
          <a:pPr marL="114300" lvl="1" indent="-114300" algn="l" defTabSz="622300">
            <a:lnSpc>
              <a:spcPct val="100000"/>
            </a:lnSpc>
            <a:spcBef>
              <a:spcPct val="0"/>
            </a:spcBef>
            <a:spcAft>
              <a:spcPct val="15000"/>
            </a:spcAft>
            <a:buChar char="•"/>
          </a:pPr>
          <a:r>
            <a:rPr lang="en-US" sz="1400" kern="1200">
              <a:latin typeface="Open Sans" panose="020B0606030504020204" pitchFamily="34" charset="0"/>
              <a:ea typeface="Open Sans" panose="020B0606030504020204" pitchFamily="34" charset="0"/>
              <a:cs typeface="Open Sans" panose="020B0606030504020204" pitchFamily="34" charset="0"/>
            </a:rPr>
            <a:t>77-731: Outlook 2016</a:t>
          </a:r>
        </a:p>
      </dsp:txBody>
      <dsp:txXfrm>
        <a:off x="770358" y="6447"/>
        <a:ext cx="2194228" cy="4388456"/>
      </dsp:txXfrm>
    </dsp:sp>
    <dsp:sp modelId="{A7E691BB-F006-496A-A33F-7C28C115E875}">
      <dsp:nvSpPr>
        <dsp:cNvPr id="0" name=""/>
        <dsp:cNvSpPr/>
      </dsp:nvSpPr>
      <dsp:spPr>
        <a:xfrm>
          <a:off x="3376252" y="6447"/>
          <a:ext cx="1097114" cy="1097114"/>
        </a:xfrm>
        <a:prstGeom prst="chord">
          <a:avLst>
            <a:gd name="adj1" fmla="val 4800000"/>
            <a:gd name="adj2" fmla="val 16800000"/>
          </a:avLst>
        </a:prstGeom>
        <a:solidFill>
          <a:schemeClr val="accent4">
            <a:tint val="40000"/>
            <a:hueOff val="0"/>
            <a:satOff val="0"/>
            <a:lumOff val="0"/>
            <a:alphaOff val="0"/>
          </a:schemeClr>
        </a:solidFill>
        <a:ln>
          <a:noFill/>
        </a:ln>
        <a:effectLst>
          <a:outerShdw blurRad="50800" dist="15875" dir="5400000" algn="ctr" rotWithShape="0">
            <a:srgbClr val="000000">
              <a:alpha val="68000"/>
            </a:srgbClr>
          </a:outerShdw>
        </a:effectLst>
      </dsp:spPr>
      <dsp:style>
        <a:lnRef idx="0">
          <a:scrgbClr r="0" g="0" b="0"/>
        </a:lnRef>
        <a:fillRef idx="1">
          <a:scrgbClr r="0" g="0" b="0"/>
        </a:fillRef>
        <a:effectRef idx="2">
          <a:scrgbClr r="0" g="0" b="0"/>
        </a:effectRef>
        <a:fontRef idx="minor"/>
      </dsp:style>
    </dsp:sp>
    <dsp:sp modelId="{4CAF08E3-D9D1-4666-B296-12856683B4A3}">
      <dsp:nvSpPr>
        <dsp:cNvPr id="0" name=""/>
        <dsp:cNvSpPr/>
      </dsp:nvSpPr>
      <dsp:spPr>
        <a:xfrm>
          <a:off x="3485963" y="116158"/>
          <a:ext cx="877691" cy="877691"/>
        </a:xfrm>
        <a:prstGeom prst="pie">
          <a:avLst>
            <a:gd name="adj1" fmla="val 9000000"/>
            <a:gd name="adj2" fmla="val 16200000"/>
          </a:avLst>
        </a:prstGeom>
        <a:gradFill rotWithShape="0">
          <a:gsLst>
            <a:gs pos="0">
              <a:schemeClr val="accent4">
                <a:hueOff val="-2699993"/>
                <a:satOff val="-42398"/>
                <a:lumOff val="-3921"/>
                <a:alphaOff val="0"/>
                <a:tint val="85000"/>
                <a:shade val="98000"/>
                <a:satMod val="110000"/>
                <a:lumMod val="103000"/>
              </a:schemeClr>
            </a:gs>
            <a:gs pos="50000">
              <a:schemeClr val="accent4">
                <a:hueOff val="-2699993"/>
                <a:satOff val="-42398"/>
                <a:lumOff val="-3921"/>
                <a:alphaOff val="0"/>
                <a:shade val="85000"/>
                <a:satMod val="105000"/>
                <a:lumMod val="100000"/>
              </a:schemeClr>
            </a:gs>
            <a:gs pos="100000">
              <a:schemeClr val="accent4">
                <a:hueOff val="-2699993"/>
                <a:satOff val="-42398"/>
                <a:lumOff val="-3921"/>
                <a:alphaOff val="0"/>
                <a:shade val="60000"/>
                <a:satMod val="120000"/>
                <a:lumMod val="100000"/>
              </a:schemeClr>
            </a:gs>
          </a:gsLst>
          <a:lin ang="5400000" scaled="0"/>
        </a:gradFill>
        <a:ln w="9525" cap="flat" cmpd="sng" algn="ctr">
          <a:solidFill>
            <a:schemeClr val="accent4">
              <a:hueOff val="-2699993"/>
              <a:satOff val="-42398"/>
              <a:lumOff val="-3921"/>
              <a:alphaOff val="0"/>
            </a:schemeClr>
          </a:solidFill>
          <a:prstDash val="solid"/>
        </a:ln>
        <a:effectLst>
          <a:outerShdw blurRad="88900" dist="2794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1458BF0C-C0CA-4FFD-81D4-04419DAF07C7}">
      <dsp:nvSpPr>
        <dsp:cNvPr id="0" name=""/>
        <dsp:cNvSpPr/>
      </dsp:nvSpPr>
      <dsp:spPr>
        <a:xfrm rot="16200000">
          <a:off x="2114571" y="2474954"/>
          <a:ext cx="3181630" cy="6582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r" defTabSz="1244600">
            <a:lnSpc>
              <a:spcPct val="90000"/>
            </a:lnSpc>
            <a:spcBef>
              <a:spcPct val="0"/>
            </a:spcBef>
            <a:spcAft>
              <a:spcPct val="35000"/>
            </a:spcAft>
            <a:buNone/>
          </a:pPr>
          <a:r>
            <a:rPr lang="en-US" sz="2800" kern="1200">
              <a:latin typeface="Open Sans" panose="020B0606030504020204" pitchFamily="34" charset="0"/>
              <a:ea typeface="Open Sans" panose="020B0606030504020204" pitchFamily="34" charset="0"/>
              <a:cs typeface="Open Sans" panose="020B0606030504020204" pitchFamily="34" charset="0"/>
            </a:rPr>
            <a:t>MOS Expert</a:t>
          </a:r>
        </a:p>
      </dsp:txBody>
      <dsp:txXfrm>
        <a:off x="2114571" y="2474954"/>
        <a:ext cx="3181630" cy="658268"/>
      </dsp:txXfrm>
    </dsp:sp>
    <dsp:sp modelId="{F46CBDB3-BFF1-48FD-A9DE-4C88A551540D}">
      <dsp:nvSpPr>
        <dsp:cNvPr id="0" name=""/>
        <dsp:cNvSpPr/>
      </dsp:nvSpPr>
      <dsp:spPr>
        <a:xfrm>
          <a:off x="4144232" y="6447"/>
          <a:ext cx="2194228" cy="43884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pPr>
          <a:r>
            <a:rPr lang="en-US" sz="1400" i="1" kern="1200">
              <a:latin typeface="Open Sans" panose="020B0606030504020204" pitchFamily="34" charset="0"/>
              <a:ea typeface="Open Sans" panose="020B0606030504020204" pitchFamily="34" charset="0"/>
              <a:cs typeface="Open Sans" panose="020B0606030504020204" pitchFamily="34" charset="0"/>
            </a:rPr>
            <a:t>To earn </a:t>
          </a:r>
          <a:r>
            <a:rPr lang="en-US" sz="1400" b="1" i="1" kern="1200">
              <a:latin typeface="Open Sans" panose="020B0606030504020204" pitchFamily="34" charset="0"/>
              <a:ea typeface="Open Sans" panose="020B0606030504020204" pitchFamily="34" charset="0"/>
              <a:cs typeface="Open Sans" panose="020B0606030504020204" pitchFamily="34" charset="0"/>
            </a:rPr>
            <a:t>MOS Expert Certification </a:t>
          </a:r>
          <a:r>
            <a:rPr lang="en-US" sz="1400" i="1" kern="1200">
              <a:latin typeface="Open Sans" panose="020B0606030504020204" pitchFamily="34" charset="0"/>
              <a:ea typeface="Open Sans" panose="020B0606030504020204" pitchFamily="34" charset="0"/>
              <a:cs typeface="Open Sans" panose="020B0606030504020204" pitchFamily="34" charset="0"/>
            </a:rPr>
            <a:t>pass one of the following tracks:</a:t>
          </a:r>
          <a:endParaRPr lang="en-US" sz="1400" kern="1200">
            <a:latin typeface="Open Sans" panose="020B0606030504020204" pitchFamily="34" charset="0"/>
            <a:ea typeface="Open Sans" panose="020B0606030504020204" pitchFamily="34" charset="0"/>
            <a:cs typeface="Open Sans" panose="020B0606030504020204" pitchFamily="34" charset="0"/>
          </a:endParaRPr>
        </a:p>
        <a:p>
          <a:pPr marL="114300" lvl="1" indent="-114300" algn="l" defTabSz="622300">
            <a:lnSpc>
              <a:spcPct val="100000"/>
            </a:lnSpc>
            <a:spcBef>
              <a:spcPct val="0"/>
            </a:spcBef>
            <a:spcAft>
              <a:spcPct val="15000"/>
            </a:spcAft>
            <a:buChar char="•"/>
          </a:pPr>
          <a:r>
            <a:rPr lang="en-US" sz="1400" kern="1200">
              <a:latin typeface="Open Sans" panose="020B0606030504020204" pitchFamily="34" charset="0"/>
              <a:ea typeface="Open Sans" panose="020B0606030504020204" pitchFamily="34" charset="0"/>
              <a:cs typeface="Open Sans" panose="020B0606030504020204" pitchFamily="34" charset="0"/>
            </a:rPr>
            <a:t>77-726: Word Expert 2016</a:t>
          </a:r>
        </a:p>
        <a:p>
          <a:pPr marL="114300" lvl="1" indent="-114300" algn="l" defTabSz="622300">
            <a:lnSpc>
              <a:spcPct val="100000"/>
            </a:lnSpc>
            <a:spcBef>
              <a:spcPct val="0"/>
            </a:spcBef>
            <a:spcAft>
              <a:spcPct val="15000"/>
            </a:spcAft>
            <a:buChar char="•"/>
          </a:pPr>
          <a:r>
            <a:rPr lang="en-US" sz="1400" kern="1200">
              <a:latin typeface="Open Sans" panose="020B0606030504020204" pitchFamily="34" charset="0"/>
              <a:ea typeface="Open Sans" panose="020B0606030504020204" pitchFamily="34" charset="0"/>
              <a:cs typeface="Open Sans" panose="020B0606030504020204" pitchFamily="34" charset="0"/>
            </a:rPr>
            <a:t>77-728: Excel Expert 2016</a:t>
          </a:r>
        </a:p>
      </dsp:txBody>
      <dsp:txXfrm>
        <a:off x="4144232" y="6447"/>
        <a:ext cx="2194228" cy="4388456"/>
      </dsp:txXfrm>
    </dsp:sp>
    <dsp:sp modelId="{9C0137EE-AD73-4046-A89C-3C76B6B85C3B}">
      <dsp:nvSpPr>
        <dsp:cNvPr id="0" name=""/>
        <dsp:cNvSpPr/>
      </dsp:nvSpPr>
      <dsp:spPr>
        <a:xfrm>
          <a:off x="6750126" y="6447"/>
          <a:ext cx="1097114" cy="1097114"/>
        </a:xfrm>
        <a:prstGeom prst="chord">
          <a:avLst>
            <a:gd name="adj1" fmla="val 4800000"/>
            <a:gd name="adj2" fmla="val 16800000"/>
          </a:avLst>
        </a:prstGeom>
        <a:solidFill>
          <a:schemeClr val="accent4">
            <a:tint val="40000"/>
            <a:hueOff val="0"/>
            <a:satOff val="0"/>
            <a:lumOff val="0"/>
            <a:alphaOff val="0"/>
          </a:schemeClr>
        </a:solidFill>
        <a:ln>
          <a:noFill/>
        </a:ln>
        <a:effectLst>
          <a:outerShdw blurRad="50800" dist="15875" dir="5400000" algn="ctr" rotWithShape="0">
            <a:srgbClr val="000000">
              <a:alpha val="68000"/>
            </a:srgbClr>
          </a:outerShdw>
        </a:effectLst>
      </dsp:spPr>
      <dsp:style>
        <a:lnRef idx="0">
          <a:scrgbClr r="0" g="0" b="0"/>
        </a:lnRef>
        <a:fillRef idx="1">
          <a:scrgbClr r="0" g="0" b="0"/>
        </a:fillRef>
        <a:effectRef idx="2">
          <a:scrgbClr r="0" g="0" b="0"/>
        </a:effectRef>
        <a:fontRef idx="minor"/>
      </dsp:style>
    </dsp:sp>
    <dsp:sp modelId="{7B15D592-E1CC-40D9-AD46-6895914D68EF}">
      <dsp:nvSpPr>
        <dsp:cNvPr id="0" name=""/>
        <dsp:cNvSpPr/>
      </dsp:nvSpPr>
      <dsp:spPr>
        <a:xfrm>
          <a:off x="6859837" y="116158"/>
          <a:ext cx="877691" cy="877691"/>
        </a:xfrm>
        <a:prstGeom prst="pie">
          <a:avLst>
            <a:gd name="adj1" fmla="val 5400000"/>
            <a:gd name="adj2" fmla="val 16200000"/>
          </a:avLst>
        </a:prstGeom>
        <a:gradFill rotWithShape="0">
          <a:gsLst>
            <a:gs pos="0">
              <a:schemeClr val="accent4">
                <a:hueOff val="-5399985"/>
                <a:satOff val="-84796"/>
                <a:lumOff val="-7843"/>
                <a:alphaOff val="0"/>
                <a:tint val="85000"/>
                <a:shade val="98000"/>
                <a:satMod val="110000"/>
                <a:lumMod val="103000"/>
              </a:schemeClr>
            </a:gs>
            <a:gs pos="50000">
              <a:schemeClr val="accent4">
                <a:hueOff val="-5399985"/>
                <a:satOff val="-84796"/>
                <a:lumOff val="-7843"/>
                <a:alphaOff val="0"/>
                <a:shade val="85000"/>
                <a:satMod val="105000"/>
                <a:lumMod val="100000"/>
              </a:schemeClr>
            </a:gs>
            <a:gs pos="100000">
              <a:schemeClr val="accent4">
                <a:hueOff val="-5399985"/>
                <a:satOff val="-84796"/>
                <a:lumOff val="-7843"/>
                <a:alphaOff val="0"/>
                <a:shade val="60000"/>
                <a:satMod val="120000"/>
                <a:lumMod val="100000"/>
              </a:schemeClr>
            </a:gs>
          </a:gsLst>
          <a:lin ang="5400000" scaled="0"/>
        </a:gradFill>
        <a:ln w="9525" cap="flat" cmpd="sng" algn="ctr">
          <a:solidFill>
            <a:schemeClr val="accent4">
              <a:hueOff val="-5399985"/>
              <a:satOff val="-84796"/>
              <a:lumOff val="-7843"/>
              <a:alphaOff val="0"/>
            </a:schemeClr>
          </a:solidFill>
          <a:prstDash val="solid"/>
        </a:ln>
        <a:effectLst>
          <a:outerShdw blurRad="88900" dist="2794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6226B7BD-BE47-4B11-A82D-903D84AA65FF}">
      <dsp:nvSpPr>
        <dsp:cNvPr id="0" name=""/>
        <dsp:cNvSpPr/>
      </dsp:nvSpPr>
      <dsp:spPr>
        <a:xfrm rot="16200000">
          <a:off x="5488445" y="2474954"/>
          <a:ext cx="3181630" cy="6582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r" defTabSz="1244600">
            <a:lnSpc>
              <a:spcPct val="90000"/>
            </a:lnSpc>
            <a:spcBef>
              <a:spcPct val="0"/>
            </a:spcBef>
            <a:spcAft>
              <a:spcPct val="35000"/>
            </a:spcAft>
            <a:buNone/>
          </a:pPr>
          <a:r>
            <a:rPr lang="en-US" sz="2800" kern="1200">
              <a:latin typeface="Open Sans" panose="020B0606030504020204" pitchFamily="34" charset="0"/>
              <a:ea typeface="Open Sans" panose="020B0606030504020204" pitchFamily="34" charset="0"/>
              <a:cs typeface="Open Sans" panose="020B0606030504020204" pitchFamily="34" charset="0"/>
            </a:rPr>
            <a:t>MOS Master</a:t>
          </a:r>
        </a:p>
      </dsp:txBody>
      <dsp:txXfrm>
        <a:off x="5488445" y="2474954"/>
        <a:ext cx="3181630" cy="658268"/>
      </dsp:txXfrm>
    </dsp:sp>
    <dsp:sp modelId="{C4A90656-3416-4263-A7FC-A2A366D65EC0}">
      <dsp:nvSpPr>
        <dsp:cNvPr id="0" name=""/>
        <dsp:cNvSpPr/>
      </dsp:nvSpPr>
      <dsp:spPr>
        <a:xfrm>
          <a:off x="7518106" y="6447"/>
          <a:ext cx="2194228" cy="43884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pPr>
          <a:r>
            <a:rPr lang="en-US" sz="1400" i="1" kern="1200">
              <a:latin typeface="Open Sans" panose="020B0606030504020204" pitchFamily="34" charset="0"/>
              <a:ea typeface="Open Sans" panose="020B0606030504020204" pitchFamily="34" charset="0"/>
              <a:cs typeface="Open Sans" panose="020B0606030504020204" pitchFamily="34" charset="0"/>
            </a:rPr>
            <a:t>To earn </a:t>
          </a:r>
          <a:r>
            <a:rPr lang="en-US" sz="1400" b="1" i="1" kern="1200">
              <a:latin typeface="Open Sans" panose="020B0606030504020204" pitchFamily="34" charset="0"/>
              <a:ea typeface="Open Sans" panose="020B0606030504020204" pitchFamily="34" charset="0"/>
              <a:cs typeface="Open Sans" panose="020B0606030504020204" pitchFamily="34" charset="0"/>
            </a:rPr>
            <a:t>MOS Master Certification </a:t>
          </a:r>
          <a:r>
            <a:rPr lang="en-US" sz="1400" i="1" kern="1200">
              <a:latin typeface="Open Sans" panose="020B0606030504020204" pitchFamily="34" charset="0"/>
              <a:ea typeface="Open Sans" panose="020B0606030504020204" pitchFamily="34" charset="0"/>
              <a:cs typeface="Open Sans" panose="020B0606030504020204" pitchFamily="34" charset="0"/>
            </a:rPr>
            <a:t>complete three require exams and one elective exam:</a:t>
          </a:r>
          <a:endParaRPr lang="en-US" sz="1400" kern="1200">
            <a:latin typeface="Open Sans" panose="020B0606030504020204" pitchFamily="34" charset="0"/>
            <a:ea typeface="Open Sans" panose="020B0606030504020204" pitchFamily="34" charset="0"/>
            <a:cs typeface="Open Sans" panose="020B0606030504020204" pitchFamily="34" charset="0"/>
          </a:endParaRPr>
        </a:p>
        <a:p>
          <a:pPr marL="114300" lvl="1" indent="-114300" algn="l" defTabSz="622300">
            <a:lnSpc>
              <a:spcPct val="100000"/>
            </a:lnSpc>
            <a:spcBef>
              <a:spcPct val="0"/>
            </a:spcBef>
            <a:spcAft>
              <a:spcPct val="15000"/>
            </a:spcAft>
            <a:buChar char="•"/>
          </a:pPr>
          <a:r>
            <a:rPr lang="en-US" sz="1400" i="1" kern="1200">
              <a:latin typeface="Open Sans" panose="020B0606030504020204" pitchFamily="34" charset="0"/>
              <a:ea typeface="Open Sans" panose="020B0606030504020204" pitchFamily="34" charset="0"/>
              <a:cs typeface="Open Sans" panose="020B0606030504020204" pitchFamily="34" charset="0"/>
            </a:rPr>
            <a:t>Require three exams:</a:t>
          </a:r>
          <a:endParaRPr lang="en-US" sz="1400" kern="1200">
            <a:latin typeface="Open Sans" panose="020B0606030504020204" pitchFamily="34" charset="0"/>
            <a:ea typeface="Open Sans" panose="020B0606030504020204" pitchFamily="34" charset="0"/>
            <a:cs typeface="Open Sans" panose="020B0606030504020204" pitchFamily="34" charset="0"/>
          </a:endParaRPr>
        </a:p>
        <a:p>
          <a:pPr marL="228600" lvl="2" indent="-114300" algn="l" defTabSz="622300">
            <a:lnSpc>
              <a:spcPct val="100000"/>
            </a:lnSpc>
            <a:spcBef>
              <a:spcPct val="0"/>
            </a:spcBef>
            <a:spcAft>
              <a:spcPct val="15000"/>
            </a:spcAft>
            <a:buChar char="•"/>
          </a:pPr>
          <a:r>
            <a:rPr lang="en-US" sz="1400" kern="1200">
              <a:latin typeface="Open Sans" panose="020B0606030504020204" pitchFamily="34" charset="0"/>
              <a:ea typeface="Open Sans" panose="020B0606030504020204" pitchFamily="34" charset="0"/>
              <a:cs typeface="Open Sans" panose="020B0606030504020204" pitchFamily="34" charset="0"/>
            </a:rPr>
            <a:t>77-726: Word Expert 2016</a:t>
          </a:r>
        </a:p>
        <a:p>
          <a:pPr marL="228600" lvl="2" indent="-114300" algn="l" defTabSz="622300">
            <a:lnSpc>
              <a:spcPct val="100000"/>
            </a:lnSpc>
            <a:spcBef>
              <a:spcPct val="0"/>
            </a:spcBef>
            <a:spcAft>
              <a:spcPct val="15000"/>
            </a:spcAft>
            <a:buChar char="•"/>
          </a:pPr>
          <a:r>
            <a:rPr lang="en-US" sz="1400" kern="1200">
              <a:latin typeface="Open Sans" panose="020B0606030504020204" pitchFamily="34" charset="0"/>
              <a:ea typeface="Open Sans" panose="020B0606030504020204" pitchFamily="34" charset="0"/>
              <a:cs typeface="Open Sans" panose="020B0606030504020204" pitchFamily="34" charset="0"/>
            </a:rPr>
            <a:t>77-728: Excel Expert 2016</a:t>
          </a:r>
        </a:p>
        <a:p>
          <a:pPr marL="228600" lvl="2" indent="-114300" algn="l" defTabSz="622300">
            <a:lnSpc>
              <a:spcPct val="100000"/>
            </a:lnSpc>
            <a:spcBef>
              <a:spcPct val="0"/>
            </a:spcBef>
            <a:spcAft>
              <a:spcPct val="15000"/>
            </a:spcAft>
            <a:buChar char="•"/>
          </a:pPr>
          <a:r>
            <a:rPr lang="en-US" sz="1400" kern="1200">
              <a:latin typeface="Open Sans" panose="020B0606030504020204" pitchFamily="34" charset="0"/>
              <a:ea typeface="Open Sans" panose="020B0606030504020204" pitchFamily="34" charset="0"/>
              <a:cs typeface="Open Sans" panose="020B0606030504020204" pitchFamily="34" charset="0"/>
            </a:rPr>
            <a:t>77-729: PowerPoint 2016</a:t>
          </a:r>
        </a:p>
        <a:p>
          <a:pPr marL="114300" lvl="1" indent="-114300" algn="l" defTabSz="622300">
            <a:lnSpc>
              <a:spcPct val="100000"/>
            </a:lnSpc>
            <a:spcBef>
              <a:spcPct val="0"/>
            </a:spcBef>
            <a:spcAft>
              <a:spcPct val="15000"/>
            </a:spcAft>
            <a:buChar char="•"/>
          </a:pPr>
          <a:r>
            <a:rPr lang="en-US" sz="1400" i="1" kern="1200">
              <a:latin typeface="Open Sans" panose="020B0606030504020204" pitchFamily="34" charset="0"/>
              <a:ea typeface="Open Sans" panose="020B0606030504020204" pitchFamily="34" charset="0"/>
              <a:cs typeface="Open Sans" panose="020B0606030504020204" pitchFamily="34" charset="0"/>
            </a:rPr>
            <a:t>One elective exam:</a:t>
          </a:r>
        </a:p>
        <a:p>
          <a:pPr marL="228600" lvl="2" indent="-114300" algn="l" defTabSz="622300">
            <a:lnSpc>
              <a:spcPct val="100000"/>
            </a:lnSpc>
            <a:spcBef>
              <a:spcPct val="0"/>
            </a:spcBef>
            <a:spcAft>
              <a:spcPct val="15000"/>
            </a:spcAft>
            <a:buChar char="•"/>
          </a:pPr>
          <a:r>
            <a:rPr lang="en-US" sz="1400" kern="1200">
              <a:latin typeface="Open Sans" panose="020B0606030504020204" pitchFamily="34" charset="0"/>
              <a:ea typeface="Open Sans" panose="020B0606030504020204" pitchFamily="34" charset="0"/>
              <a:cs typeface="Open Sans" panose="020B0606030504020204" pitchFamily="34" charset="0"/>
            </a:rPr>
            <a:t>77-730: Access 2016</a:t>
          </a:r>
        </a:p>
        <a:p>
          <a:pPr marL="228600" lvl="2" indent="-114300" algn="l" defTabSz="622300">
            <a:lnSpc>
              <a:spcPct val="100000"/>
            </a:lnSpc>
            <a:spcBef>
              <a:spcPct val="0"/>
            </a:spcBef>
            <a:spcAft>
              <a:spcPct val="15000"/>
            </a:spcAft>
            <a:buChar char="•"/>
          </a:pPr>
          <a:r>
            <a:rPr lang="en-US" sz="1400" kern="1200">
              <a:latin typeface="Open Sans" panose="020B0606030504020204" pitchFamily="34" charset="0"/>
              <a:ea typeface="Open Sans" panose="020B0606030504020204" pitchFamily="34" charset="0"/>
              <a:cs typeface="Open Sans" panose="020B0606030504020204" pitchFamily="34" charset="0"/>
            </a:rPr>
            <a:t>77-731: Outlook 2016</a:t>
          </a:r>
        </a:p>
      </dsp:txBody>
      <dsp:txXfrm>
        <a:off x="7518106" y="6447"/>
        <a:ext cx="2194228" cy="438845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396CBB-AF12-4BEE-865B-815F18B5819B}">
      <dsp:nvSpPr>
        <dsp:cNvPr id="0" name=""/>
        <dsp:cNvSpPr/>
      </dsp:nvSpPr>
      <dsp:spPr>
        <a:xfrm>
          <a:off x="627731" y="0"/>
          <a:ext cx="9050498" cy="1318204"/>
        </a:xfrm>
        <a:prstGeom prst="rightArrow">
          <a:avLst>
            <a:gd name="adj1" fmla="val 50000"/>
            <a:gd name="adj2" fmla="val 50000"/>
          </a:avLst>
        </a:prstGeom>
        <a:gradFill rotWithShape="0">
          <a:gsLst>
            <a:gs pos="0">
              <a:schemeClr val="accent4">
                <a:hueOff val="0"/>
                <a:satOff val="0"/>
                <a:lumOff val="0"/>
                <a:alphaOff val="0"/>
                <a:tint val="85000"/>
                <a:shade val="98000"/>
                <a:satMod val="110000"/>
                <a:lumMod val="103000"/>
              </a:schemeClr>
            </a:gs>
            <a:gs pos="50000">
              <a:schemeClr val="accent4">
                <a:hueOff val="0"/>
                <a:satOff val="0"/>
                <a:lumOff val="0"/>
                <a:alphaOff val="0"/>
                <a:shade val="85000"/>
                <a:satMod val="105000"/>
                <a:lumMod val="100000"/>
              </a:schemeClr>
            </a:gs>
            <a:gs pos="100000">
              <a:schemeClr val="accent4">
                <a:hueOff val="0"/>
                <a:satOff val="0"/>
                <a:lumOff val="0"/>
                <a:alphaOff val="0"/>
                <a:shade val="60000"/>
                <a:satMod val="120000"/>
                <a:lumMod val="100000"/>
              </a:schemeClr>
            </a:gs>
          </a:gsLst>
          <a:lin ang="5400000" scaled="0"/>
        </a:gradFill>
        <a:ln>
          <a:noFill/>
        </a:ln>
        <a:effectLst>
          <a:outerShdw blurRad="88900" dist="2794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254000" bIns="209265" numCol="1" spcCol="1270" anchor="ctr" anchorCtr="0">
          <a:noAutofit/>
        </a:bodyPr>
        <a:lstStyle/>
        <a:p>
          <a:pPr marL="0" lvl="0" indent="0" algn="l" defTabSz="1244600">
            <a:lnSpc>
              <a:spcPct val="90000"/>
            </a:lnSpc>
            <a:spcBef>
              <a:spcPct val="0"/>
            </a:spcBef>
            <a:spcAft>
              <a:spcPct val="35000"/>
            </a:spcAft>
            <a:buNone/>
          </a:pPr>
          <a:r>
            <a:rPr lang="en-US" sz="2800" kern="1200">
              <a:latin typeface="Open Sans" panose="020B0606030504020204" pitchFamily="34" charset="0"/>
              <a:ea typeface="Open Sans" panose="020B0606030504020204" pitchFamily="34" charset="0"/>
              <a:cs typeface="Open Sans" panose="020B0606030504020204" pitchFamily="34" charset="0"/>
            </a:rPr>
            <a:t>MOS Associate</a:t>
          </a:r>
        </a:p>
      </dsp:txBody>
      <dsp:txXfrm>
        <a:off x="627731" y="329551"/>
        <a:ext cx="8720947" cy="659102"/>
      </dsp:txXfrm>
    </dsp:sp>
    <dsp:sp modelId="{563E3779-3863-4437-A9D1-2CB4CD8A9788}">
      <dsp:nvSpPr>
        <dsp:cNvPr id="0" name=""/>
        <dsp:cNvSpPr/>
      </dsp:nvSpPr>
      <dsp:spPr>
        <a:xfrm>
          <a:off x="627731" y="1019793"/>
          <a:ext cx="4181330" cy="2942303"/>
        </a:xfrm>
        <a:prstGeom prst="rect">
          <a:avLst/>
        </a:prstGeom>
        <a:solidFill>
          <a:schemeClr val="lt1">
            <a:hueOff val="0"/>
            <a:satOff val="0"/>
            <a:lumOff val="0"/>
            <a:alphaOff val="0"/>
          </a:schemeClr>
        </a:solidFill>
        <a:ln w="9525" cap="flat" cmpd="sng" algn="ctr">
          <a:solidFill>
            <a:schemeClr val="accent4">
              <a:hueOff val="0"/>
              <a:satOff val="0"/>
              <a:lumOff val="0"/>
              <a:alphaOff val="0"/>
            </a:schemeClr>
          </a:solidFill>
          <a:prstDash val="solid"/>
        </a:ln>
        <a:effectLst>
          <a:outerShdw blurRad="88900" dist="27940" dir="5400000" algn="ctr" rotWithShape="0">
            <a:srgbClr val="000000">
              <a:alpha val="63000"/>
            </a:srgbClr>
          </a:outerShdw>
        </a:effectLst>
      </dsp:spPr>
      <dsp:style>
        <a:lnRef idx="1">
          <a:scrgbClr r="0" g="0" b="0"/>
        </a:lnRef>
        <a:fillRef idx="1">
          <a:scrgbClr r="0" g="0" b="0"/>
        </a:fillRef>
        <a:effectRef idx="3">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100000"/>
            </a:lnSpc>
            <a:spcBef>
              <a:spcPct val="0"/>
            </a:spcBef>
            <a:spcAft>
              <a:spcPct val="35000"/>
            </a:spcAft>
            <a:buNone/>
          </a:pPr>
          <a:r>
            <a:rPr lang="en-US" sz="1400" i="1" kern="1200">
              <a:latin typeface="Open Sans" panose="020B0606030504020204" pitchFamily="34" charset="0"/>
              <a:ea typeface="Open Sans" panose="020B0606030504020204" pitchFamily="34" charset="0"/>
              <a:cs typeface="Open Sans" panose="020B0606030504020204" pitchFamily="34" charset="0"/>
            </a:rPr>
            <a:t>To earn the </a:t>
          </a:r>
          <a:r>
            <a:rPr lang="en-US" sz="1400" b="1" i="1" kern="1200">
              <a:latin typeface="Open Sans" panose="020B0606030504020204" pitchFamily="34" charset="0"/>
              <a:ea typeface="Open Sans" panose="020B0606030504020204" pitchFamily="34" charset="0"/>
              <a:cs typeface="Open Sans" panose="020B0606030504020204" pitchFamily="34" charset="0"/>
            </a:rPr>
            <a:t>Microsoft Office Specialist: Association </a:t>
          </a:r>
          <a:r>
            <a:rPr lang="en-US" sz="1400" b="0" i="1" kern="1200">
              <a:latin typeface="Open Sans" panose="020B0606030504020204" pitchFamily="34" charset="0"/>
              <a:ea typeface="Open Sans" panose="020B0606030504020204" pitchFamily="34" charset="0"/>
              <a:cs typeface="Open Sans" panose="020B0606030504020204" pitchFamily="34" charset="0"/>
            </a:rPr>
            <a:t>certification,</a:t>
          </a:r>
          <a:r>
            <a:rPr lang="en-US" sz="1400" i="1" kern="1200">
              <a:latin typeface="Open Sans" panose="020B0606030504020204" pitchFamily="34" charset="0"/>
              <a:ea typeface="Open Sans" panose="020B0606030504020204" pitchFamily="34" charset="0"/>
              <a:cs typeface="Open Sans" panose="020B0606030504020204" pitchFamily="34" charset="0"/>
            </a:rPr>
            <a:t> pass three of the following exams:</a:t>
          </a:r>
          <a:endParaRPr lang="en-US" sz="1400" kern="1200">
            <a:latin typeface="Open Sans" panose="020B0606030504020204" pitchFamily="34" charset="0"/>
            <a:ea typeface="Open Sans" panose="020B0606030504020204" pitchFamily="34" charset="0"/>
            <a:cs typeface="Open Sans" panose="020B0606030504020204" pitchFamily="34" charset="0"/>
          </a:endParaRPr>
        </a:p>
        <a:p>
          <a:pPr marL="114300" lvl="1" indent="-114300" algn="l" defTabSz="622300">
            <a:lnSpc>
              <a:spcPct val="100000"/>
            </a:lnSpc>
            <a:spcBef>
              <a:spcPct val="0"/>
            </a:spcBef>
            <a:spcAft>
              <a:spcPct val="15000"/>
            </a:spcAft>
            <a:buChar char="•"/>
          </a:pPr>
          <a:r>
            <a:rPr lang="en-US" sz="1400" kern="1200">
              <a:latin typeface="Open Sans" panose="020B0606030504020204" pitchFamily="34" charset="0"/>
              <a:ea typeface="Open Sans" panose="020B0606030504020204" pitchFamily="34" charset="0"/>
              <a:cs typeface="Open Sans" panose="020B0606030504020204" pitchFamily="34" charset="0"/>
            </a:rPr>
            <a:t>MO-100: Microsoft Word (Office 2019)</a:t>
          </a:r>
        </a:p>
        <a:p>
          <a:pPr marL="114300" lvl="1" indent="-114300" algn="l" defTabSz="622300">
            <a:lnSpc>
              <a:spcPct val="100000"/>
            </a:lnSpc>
            <a:spcBef>
              <a:spcPct val="0"/>
            </a:spcBef>
            <a:spcAft>
              <a:spcPct val="15000"/>
            </a:spcAft>
            <a:buChar char="•"/>
          </a:pPr>
          <a:r>
            <a:rPr lang="en-US" sz="1400" kern="1200">
              <a:latin typeface="Open Sans" panose="020B0606030504020204" pitchFamily="34" charset="0"/>
              <a:ea typeface="Open Sans" panose="020B0606030504020204" pitchFamily="34" charset="0"/>
              <a:cs typeface="Open Sans" panose="020B0606030504020204" pitchFamily="34" charset="0"/>
            </a:rPr>
            <a:t>MO-200: Microsoft Excel (Office 2019)</a:t>
          </a:r>
        </a:p>
        <a:p>
          <a:pPr marL="114300" lvl="1" indent="-114300" algn="l" defTabSz="622300">
            <a:lnSpc>
              <a:spcPct val="100000"/>
            </a:lnSpc>
            <a:spcBef>
              <a:spcPct val="0"/>
            </a:spcBef>
            <a:spcAft>
              <a:spcPct val="15000"/>
            </a:spcAft>
            <a:buChar char="•"/>
          </a:pPr>
          <a:r>
            <a:rPr lang="en-US" sz="1400" kern="1200">
              <a:latin typeface="Open Sans" panose="020B0606030504020204" pitchFamily="34" charset="0"/>
              <a:ea typeface="Open Sans" panose="020B0606030504020204" pitchFamily="34" charset="0"/>
              <a:cs typeface="Open Sans" panose="020B0606030504020204" pitchFamily="34" charset="0"/>
            </a:rPr>
            <a:t>MO-300: Microsoft PowerPoint (Office 2019)</a:t>
          </a:r>
        </a:p>
        <a:p>
          <a:pPr marL="114300" lvl="1" indent="-114300" algn="l" defTabSz="622300">
            <a:lnSpc>
              <a:spcPct val="100000"/>
            </a:lnSpc>
            <a:spcBef>
              <a:spcPct val="0"/>
            </a:spcBef>
            <a:spcAft>
              <a:spcPct val="15000"/>
            </a:spcAft>
            <a:buChar char="•"/>
          </a:pPr>
          <a:r>
            <a:rPr lang="en-US" sz="1400" kern="1200">
              <a:latin typeface="Open Sans" panose="020B0606030504020204" pitchFamily="34" charset="0"/>
              <a:ea typeface="Open Sans" panose="020B0606030504020204" pitchFamily="34" charset="0"/>
              <a:cs typeface="Open Sans" panose="020B0606030504020204" pitchFamily="34" charset="0"/>
            </a:rPr>
            <a:t>MO-400: Microsoft Outlook (Office 2019)</a:t>
          </a:r>
        </a:p>
      </dsp:txBody>
      <dsp:txXfrm>
        <a:off x="627731" y="1019793"/>
        <a:ext cx="4181330" cy="2942303"/>
      </dsp:txXfrm>
    </dsp:sp>
    <dsp:sp modelId="{20B5B0B5-FC4F-4C75-8D56-09044CC931E5}">
      <dsp:nvSpPr>
        <dsp:cNvPr id="0" name=""/>
        <dsp:cNvSpPr/>
      </dsp:nvSpPr>
      <dsp:spPr>
        <a:xfrm>
          <a:off x="4809061" y="439254"/>
          <a:ext cx="4869167" cy="1318204"/>
        </a:xfrm>
        <a:prstGeom prst="rightArrow">
          <a:avLst>
            <a:gd name="adj1" fmla="val 50000"/>
            <a:gd name="adj2" fmla="val 50000"/>
          </a:avLst>
        </a:prstGeom>
        <a:gradFill rotWithShape="0">
          <a:gsLst>
            <a:gs pos="0">
              <a:schemeClr val="accent4">
                <a:hueOff val="-5399985"/>
                <a:satOff val="-84796"/>
                <a:lumOff val="-7843"/>
                <a:alphaOff val="0"/>
                <a:tint val="85000"/>
                <a:shade val="98000"/>
                <a:satMod val="110000"/>
                <a:lumMod val="103000"/>
              </a:schemeClr>
            </a:gs>
            <a:gs pos="50000">
              <a:schemeClr val="accent4">
                <a:hueOff val="-5399985"/>
                <a:satOff val="-84796"/>
                <a:lumOff val="-7843"/>
                <a:alphaOff val="0"/>
                <a:shade val="85000"/>
                <a:satMod val="105000"/>
                <a:lumMod val="100000"/>
              </a:schemeClr>
            </a:gs>
            <a:gs pos="100000">
              <a:schemeClr val="accent4">
                <a:hueOff val="-5399985"/>
                <a:satOff val="-84796"/>
                <a:lumOff val="-7843"/>
                <a:alphaOff val="0"/>
                <a:shade val="60000"/>
                <a:satMod val="120000"/>
                <a:lumMod val="100000"/>
              </a:schemeClr>
            </a:gs>
          </a:gsLst>
          <a:lin ang="5400000" scaled="0"/>
        </a:gradFill>
        <a:ln>
          <a:noFill/>
        </a:ln>
        <a:effectLst>
          <a:outerShdw blurRad="88900" dist="2794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254000" bIns="209265" numCol="1" spcCol="1270" anchor="ctr" anchorCtr="0">
          <a:noAutofit/>
        </a:bodyPr>
        <a:lstStyle/>
        <a:p>
          <a:pPr marL="0" lvl="0" indent="0" algn="l" defTabSz="1244600">
            <a:lnSpc>
              <a:spcPct val="90000"/>
            </a:lnSpc>
            <a:spcBef>
              <a:spcPct val="0"/>
            </a:spcBef>
            <a:spcAft>
              <a:spcPct val="35000"/>
            </a:spcAft>
            <a:buNone/>
          </a:pPr>
          <a:r>
            <a:rPr lang="en-US" sz="2800" kern="1200">
              <a:latin typeface="Open Sans" panose="020B0606030504020204" pitchFamily="34" charset="0"/>
              <a:ea typeface="Open Sans" panose="020B0606030504020204" pitchFamily="34" charset="0"/>
              <a:cs typeface="Open Sans" panose="020B0606030504020204" pitchFamily="34" charset="0"/>
            </a:rPr>
            <a:t>MOS Expert</a:t>
          </a:r>
        </a:p>
      </dsp:txBody>
      <dsp:txXfrm>
        <a:off x="4809061" y="768805"/>
        <a:ext cx="4539616" cy="659102"/>
      </dsp:txXfrm>
    </dsp:sp>
    <dsp:sp modelId="{D1196776-E85E-4979-BA5E-5E170A7DA255}">
      <dsp:nvSpPr>
        <dsp:cNvPr id="0" name=""/>
        <dsp:cNvSpPr/>
      </dsp:nvSpPr>
      <dsp:spPr>
        <a:xfrm>
          <a:off x="4809061" y="1459047"/>
          <a:ext cx="4181330" cy="2942303"/>
        </a:xfrm>
        <a:prstGeom prst="rect">
          <a:avLst/>
        </a:prstGeom>
        <a:solidFill>
          <a:schemeClr val="lt1">
            <a:hueOff val="0"/>
            <a:satOff val="0"/>
            <a:lumOff val="0"/>
            <a:alphaOff val="0"/>
          </a:schemeClr>
        </a:solidFill>
        <a:ln w="9525" cap="flat" cmpd="sng" algn="ctr">
          <a:solidFill>
            <a:schemeClr val="accent4">
              <a:hueOff val="-5399985"/>
              <a:satOff val="-84796"/>
              <a:lumOff val="-7843"/>
              <a:alphaOff val="0"/>
            </a:schemeClr>
          </a:solidFill>
          <a:prstDash val="solid"/>
        </a:ln>
        <a:effectLst>
          <a:outerShdw blurRad="88900" dist="27940" dir="5400000" algn="ctr" rotWithShape="0">
            <a:srgbClr val="000000">
              <a:alpha val="63000"/>
            </a:srgbClr>
          </a:outerShdw>
        </a:effectLst>
      </dsp:spPr>
      <dsp:style>
        <a:lnRef idx="1">
          <a:scrgbClr r="0" g="0" b="0"/>
        </a:lnRef>
        <a:fillRef idx="1">
          <a:scrgbClr r="0" g="0" b="0"/>
        </a:fillRef>
        <a:effectRef idx="3">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100000"/>
            </a:lnSpc>
            <a:spcBef>
              <a:spcPct val="0"/>
            </a:spcBef>
            <a:spcAft>
              <a:spcPct val="35000"/>
            </a:spcAft>
            <a:buNone/>
          </a:pPr>
          <a:r>
            <a:rPr lang="en-US" sz="1400" i="1" kern="1200">
              <a:latin typeface="Open Sans" panose="020B0606030504020204" pitchFamily="34" charset="0"/>
              <a:ea typeface="Open Sans" panose="020B0606030504020204" pitchFamily="34" charset="0"/>
              <a:cs typeface="Open Sans" panose="020B0606030504020204" pitchFamily="34" charset="0"/>
            </a:rPr>
            <a:t>To earn a </a:t>
          </a:r>
          <a:r>
            <a:rPr lang="en-US" sz="1400" b="1" i="1" kern="1200">
              <a:latin typeface="Open Sans" panose="020B0606030504020204" pitchFamily="34" charset="0"/>
              <a:ea typeface="Open Sans" panose="020B0606030504020204" pitchFamily="34" charset="0"/>
              <a:cs typeface="Open Sans" panose="020B0606030504020204" pitchFamily="34" charset="0"/>
            </a:rPr>
            <a:t>Microsoft Office Specialist: Expert </a:t>
          </a:r>
          <a:r>
            <a:rPr lang="en-US" sz="1400" b="0" i="1" kern="1200">
              <a:latin typeface="Open Sans" panose="020B0606030504020204" pitchFamily="34" charset="0"/>
              <a:ea typeface="Open Sans" panose="020B0606030504020204" pitchFamily="34" charset="0"/>
              <a:cs typeface="Open Sans" panose="020B0606030504020204" pitchFamily="34" charset="0"/>
            </a:rPr>
            <a:t>Certification,</a:t>
          </a:r>
          <a:r>
            <a:rPr lang="en-US" sz="1400" b="1" i="1" kern="1200">
              <a:latin typeface="Open Sans" panose="020B0606030504020204" pitchFamily="34" charset="0"/>
              <a:ea typeface="Open Sans" panose="020B0606030504020204" pitchFamily="34" charset="0"/>
              <a:cs typeface="Open Sans" panose="020B0606030504020204" pitchFamily="34" charset="0"/>
            </a:rPr>
            <a:t> </a:t>
          </a:r>
          <a:r>
            <a:rPr lang="en-US" sz="1400" b="0" i="1" kern="1200">
              <a:latin typeface="Open Sans" panose="020B0606030504020204" pitchFamily="34" charset="0"/>
              <a:ea typeface="Open Sans" panose="020B0606030504020204" pitchFamily="34" charset="0"/>
              <a:cs typeface="Open Sans" panose="020B0606030504020204" pitchFamily="34" charset="0"/>
            </a:rPr>
            <a:t>complete the following requirements</a:t>
          </a:r>
          <a:r>
            <a:rPr lang="en-US" sz="1400" i="1" kern="1200">
              <a:latin typeface="Open Sans" panose="020B0606030504020204" pitchFamily="34" charset="0"/>
              <a:ea typeface="Open Sans" panose="020B0606030504020204" pitchFamily="34" charset="0"/>
              <a:cs typeface="Open Sans" panose="020B0606030504020204" pitchFamily="34" charset="0"/>
            </a:rPr>
            <a:t>:</a:t>
          </a:r>
        </a:p>
        <a:p>
          <a:pPr marL="114300" lvl="1" indent="-114300" algn="l" defTabSz="622300">
            <a:lnSpc>
              <a:spcPct val="100000"/>
            </a:lnSpc>
            <a:spcBef>
              <a:spcPct val="0"/>
            </a:spcBef>
            <a:spcAft>
              <a:spcPct val="15000"/>
            </a:spcAft>
            <a:buChar char="•"/>
          </a:pPr>
          <a:r>
            <a:rPr lang="en-US" sz="1400" kern="1200">
              <a:latin typeface="Open Sans" panose="020B0606030504020204" pitchFamily="34" charset="0"/>
              <a:ea typeface="Open Sans" panose="020B0606030504020204" pitchFamily="34" charset="0"/>
              <a:cs typeface="Open Sans" panose="020B0606030504020204" pitchFamily="34" charset="0"/>
            </a:rPr>
            <a:t>Earn a  Microsoft Office Specialist Associate certification.</a:t>
          </a:r>
        </a:p>
        <a:p>
          <a:pPr marL="114300" lvl="1" indent="-114300" algn="l" defTabSz="622300">
            <a:lnSpc>
              <a:spcPct val="100000"/>
            </a:lnSpc>
            <a:spcBef>
              <a:spcPct val="0"/>
            </a:spcBef>
            <a:spcAft>
              <a:spcPct val="15000"/>
            </a:spcAft>
            <a:buChar char="•"/>
          </a:pPr>
          <a:r>
            <a:rPr lang="en-US" sz="1400" kern="1200">
              <a:latin typeface="Open Sans" panose="020B0606030504020204" pitchFamily="34" charset="0"/>
              <a:ea typeface="Open Sans" panose="020B0606030504020204" pitchFamily="34" charset="0"/>
              <a:cs typeface="Open Sans" panose="020B0606030504020204" pitchFamily="34" charset="0"/>
            </a:rPr>
            <a:t>Pass any two of the following three Expert exams:</a:t>
          </a:r>
        </a:p>
        <a:p>
          <a:pPr marL="228600" lvl="2" indent="-114300" algn="l" defTabSz="622300">
            <a:lnSpc>
              <a:spcPct val="100000"/>
            </a:lnSpc>
            <a:spcBef>
              <a:spcPct val="0"/>
            </a:spcBef>
            <a:spcAft>
              <a:spcPct val="15000"/>
            </a:spcAft>
            <a:buChar char="•"/>
          </a:pPr>
          <a:r>
            <a:rPr lang="en-US" sz="1400" kern="1200">
              <a:latin typeface="Open Sans" panose="020B0606030504020204" pitchFamily="34" charset="0"/>
              <a:ea typeface="Open Sans" panose="020B0606030504020204" pitchFamily="34" charset="0"/>
              <a:cs typeface="Open Sans" panose="020B0606030504020204" pitchFamily="34" charset="0"/>
            </a:rPr>
            <a:t>MO-101: Microsoft Word Expert (Office 2019)</a:t>
          </a:r>
        </a:p>
        <a:p>
          <a:pPr marL="228600" lvl="2" indent="-114300" algn="l" defTabSz="622300">
            <a:lnSpc>
              <a:spcPct val="100000"/>
            </a:lnSpc>
            <a:spcBef>
              <a:spcPct val="0"/>
            </a:spcBef>
            <a:spcAft>
              <a:spcPct val="15000"/>
            </a:spcAft>
            <a:buChar char="•"/>
          </a:pPr>
          <a:r>
            <a:rPr lang="en-US" sz="1400" kern="1200">
              <a:latin typeface="Open Sans" panose="020B0606030504020204" pitchFamily="34" charset="0"/>
              <a:ea typeface="Open Sans" panose="020B0606030504020204" pitchFamily="34" charset="0"/>
              <a:cs typeface="Open Sans" panose="020B0606030504020204" pitchFamily="34" charset="0"/>
            </a:rPr>
            <a:t>MO-201: Microsoft Excel Expert (Office 2019)</a:t>
          </a:r>
        </a:p>
        <a:p>
          <a:pPr marL="228600" lvl="2" indent="-114300" algn="l" defTabSz="622300">
            <a:lnSpc>
              <a:spcPct val="100000"/>
            </a:lnSpc>
            <a:spcBef>
              <a:spcPct val="0"/>
            </a:spcBef>
            <a:spcAft>
              <a:spcPct val="15000"/>
            </a:spcAft>
            <a:buChar char="•"/>
          </a:pPr>
          <a:r>
            <a:rPr lang="en-US" sz="1400" kern="1200">
              <a:latin typeface="Open Sans" panose="020B0606030504020204" pitchFamily="34" charset="0"/>
              <a:ea typeface="Open Sans" panose="020B0606030504020204" pitchFamily="34" charset="0"/>
              <a:cs typeface="Open Sans" panose="020B0606030504020204" pitchFamily="34" charset="0"/>
            </a:rPr>
            <a:t>MO-500: Microsoft Access Expert (Office 2019)</a:t>
          </a:r>
        </a:p>
        <a:p>
          <a:pPr marL="0" lvl="0" indent="0" algn="l" defTabSz="622300">
            <a:lnSpc>
              <a:spcPct val="100000"/>
            </a:lnSpc>
            <a:spcBef>
              <a:spcPct val="0"/>
            </a:spcBef>
            <a:spcAft>
              <a:spcPct val="35000"/>
            </a:spcAft>
            <a:buNone/>
          </a:pPr>
          <a:endParaRPr lang="en-US" sz="1400" kern="1200">
            <a:latin typeface="Open Sans" panose="020B0606030504020204" pitchFamily="34" charset="0"/>
            <a:ea typeface="Open Sans" panose="020B0606030504020204" pitchFamily="34" charset="0"/>
            <a:cs typeface="Open Sans" panose="020B0606030504020204" pitchFamily="34" charset="0"/>
          </a:endParaRPr>
        </a:p>
      </dsp:txBody>
      <dsp:txXfrm>
        <a:off x="4809061" y="1459047"/>
        <a:ext cx="4181330" cy="2942303"/>
      </dsp:txXfrm>
    </dsp:sp>
  </dsp:spTree>
</dsp:drawing>
</file>

<file path=ppt/diagrams/layout1.xml><?xml version="1.0" encoding="utf-8"?>
<dgm:layoutDef xmlns:dgm="http://schemas.openxmlformats.org/drawingml/2006/diagram" xmlns:a="http://schemas.openxmlformats.org/drawingml/2006/main" uniqueId="urn:microsoft.com/office/officeart/2008/layout/PictureLineup">
  <dgm:title val=""/>
  <dgm:desc val=""/>
  <dgm:catLst>
    <dgm:cat type="picture" pri="19000"/>
    <dgm:cat type="pictureconvert" pri="19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3" destOrd="0"/>
        <dgm:cxn modelId="42" srcId="30" destId="41" srcOrd="0" destOrd="0"/>
      </dgm:cxnLst>
      <dgm:bg/>
      <dgm:whole/>
    </dgm:dataModel>
  </dgm:clrData>
  <dgm:layoutNode name="Name0">
    <dgm:varLst>
      <dgm:chMax/>
      <dgm:chPref/>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op="equ" val="65"/>
      <dgm:constr type="primFontSz" for="des" forName="Parent" refType="primFontSz" refFor="des" refForName="Parent" op="lte"/>
      <dgm:constr type="w" for="ch" forName="composite" refType="w"/>
      <dgm:constr type="h" for="ch" forName="composite" refType="h"/>
      <dgm:constr type="sp" refType="w" refFor="ch" refForName="composite" op="equ" fact="0"/>
      <dgm:constr type="w" for="ch" forName="sibTrans" refType="w" refFor="ch" refForName="composite" op="equ" fact="0.0001"/>
      <dgm:constr type="h" for="ch" forName="sibTrans" refType="w" refFor="ch" refForName="sibTrans" op="equ"/>
    </dgm:constrLst>
    <dgm:forEach name="nodesForEach" axis="ch" ptType="node">
      <dgm:layoutNode name="composite">
        <dgm:alg type="composite">
          <dgm:param type="ar" val="0.5"/>
        </dgm:alg>
        <dgm:shape xmlns:r="http://schemas.openxmlformats.org/officeDocument/2006/relationships" r:blip="">
          <dgm:adjLst/>
        </dgm:shape>
        <dgm:choose name="Name4">
          <dgm:if name="Name5" func="var" arg="dir" op="equ" val="norm">
            <dgm:constrLst>
              <dgm:constr type="l" for="ch" forName="Image" refType="w" fact="0"/>
              <dgm:constr type="t" for="ch" forName="Image" refType="h" fact="0"/>
              <dgm:constr type="w" for="ch" forName="Image" refType="h" fact="0.5"/>
              <dgm:constr type="h" for="ch" forName="Image" refType="w"/>
              <dgm:constr type="l" for="ch" forName="Accent" refType="w" fact="0"/>
              <dgm:constr type="t" for="ch" forName="Accent" refType="h" fact="0"/>
              <dgm:constr type="w" for="ch" forName="Accent" refType="w" fact="0.0001"/>
              <dgm:constr type="h" for="ch" forName="Accent" refType="h"/>
              <dgm:constr type="l" for="ch" forName="Parent" refType="w" fact="0"/>
              <dgm:constr type="t" for="ch" forName="Parent" refType="h" fact="0.5"/>
              <dgm:constr type="w" for="ch" forName="Parent" refType="w"/>
            </dgm:constrLst>
          </dgm:if>
          <dgm:else name="Name6">
            <dgm:constrLst>
              <dgm:constr type="l" for="ch" forName="Image" refType="w" fact="0"/>
              <dgm:constr type="t" for="ch" forName="Image" refType="h" fact="0"/>
              <dgm:constr type="w" for="ch" forName="Image" refType="h" fact="0.5"/>
              <dgm:constr type="h" for="ch" forName="Image" refType="w"/>
              <dgm:constr type="r" for="ch" forName="Accent" refType="w"/>
              <dgm:constr type="t" for="ch" forName="Accent" refType="h" fact="0"/>
              <dgm:constr type="w" for="ch" forName="Accent" refType="w" fact="0.0001"/>
              <dgm:constr type="h" for="ch" forName="Accent" refType="h"/>
              <dgm:constr type="l" for="ch" forName="Parent" refType="w" fact="0"/>
              <dgm:constr type="t" for="ch" forName="Parent" refType="h" fact="0.5"/>
              <dgm:constr type="w" for="ch" forName="Parent" refType="w"/>
            </dgm:constrLst>
          </dgm:else>
        </dgm:choose>
        <dgm:layoutNode name="Image" styleLbl="alignNode1">
          <dgm:alg type="sp"/>
          <dgm:shape xmlns:r="http://schemas.openxmlformats.org/officeDocument/2006/relationships" type="rect" r:blip="" blipPhldr="1">
            <dgm:adjLst/>
          </dgm:shape>
          <dgm:presOf/>
        </dgm:layoutNode>
        <dgm:layoutNode name="Accent" styleLbl="parChTrans1D1">
          <dgm:alg type="sp"/>
          <dgm:shape xmlns:r="http://schemas.openxmlformats.org/officeDocument/2006/relationships" type="line" r:blip="">
            <dgm:adjLst/>
          </dgm:shape>
          <dgm:presOf/>
        </dgm:layoutNode>
        <dgm:layoutNode name="Paren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PieProcess">
  <dgm:title val=""/>
  <dgm:desc val=""/>
  <dgm:catLst>
    <dgm:cat type="list" pri="8600"/>
    <dgm:cat type="process" pri="4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constrLst>
      <dgm:constr type="primFontSz" for="des" forName="Parent" val="65"/>
      <dgm:constr type="primFontSz" for="des" forName="Child" refType="primFontSz" refFor="des" refForName="Parent" op="lte"/>
      <dgm:constr type="w" for="ch" forName="composite" refType="w"/>
      <dgm:constr type="h" for="ch" forName="composite" refType="h"/>
      <dgm:constr type="w" for="ch" forName="ParentComposite" refType="w" fact="0.5"/>
      <dgm:constr type="h" for="ch" forName="ParentComposite" refType="h"/>
      <dgm:constr type="w" for="ch" forName="negSibTrans" refType="h" refFor="ch" refForName="composite" fact="-0.075"/>
      <dgm:constr type="w" for="ch" forName="sibTrans" refType="w" refFor="ch" refForName="composite" fact="0.0425"/>
    </dgm:constrLst>
    <dgm:forEach name="nodesForEach" axis="ch" ptType="node" cnt="7">
      <dgm:layoutNode name="ParentComposite">
        <dgm:alg type="composite">
          <dgm:param type="ar" val="0.25"/>
        </dgm:alg>
        <dgm:shape xmlns:r="http://schemas.openxmlformats.org/officeDocument/2006/relationships" r:blip="">
          <dgm:adjLst/>
        </dgm:shape>
        <dgm:choose name="Name4">
          <dgm:if name="Name5" func="var" arg="dir" op="equ" val="norm">
            <dgm:constrLst>
              <dgm:constr type="l" for="ch" forName="Parent" refType="w" fact="0"/>
              <dgm:constr type="t" for="ch" forName="Parent" refType="h" fact="0.275"/>
              <dgm:constr type="w" for="ch" forName="Parent" refType="w" fact="0.6"/>
              <dgm:constr type="h" for="ch" forName="Parent" refType="h" fact="0.725"/>
              <dgm:constr type="l" for="ch" forName="Chord" refType="w" fact="0"/>
              <dgm:constr type="t" for="ch" forName="Chord" refType="h" fact="0"/>
              <dgm:constr type="w" for="ch" forName="Chord" refType="w"/>
              <dgm:constr type="h" for="ch" forName="Chord" refType="h" fact="0.25"/>
              <dgm:constr type="l" for="ch" forName="Pie" refType="w" fact="0.1"/>
              <dgm:constr type="t" for="ch" forName="Pie" refType="h" fact="0.025"/>
              <dgm:constr type="w" for="ch" forName="Pie" refType="w" fact="0.8"/>
              <dgm:constr type="h" for="ch" forName="Pie" refType="h" fact="0.2"/>
            </dgm:constrLst>
          </dgm:if>
          <dgm:else name="Name6">
            <dgm:constrLst>
              <dgm:constr type="r" for="ch" forName="Parent" refType="w"/>
              <dgm:constr type="t" for="ch" forName="Parent" refType="h" fact="0.275"/>
              <dgm:constr type="w" for="ch" forName="Parent" refType="w" fact="0.6"/>
              <dgm:constr type="h" for="ch" forName="Parent" refType="h" fact="0.725"/>
              <dgm:constr type="r" for="ch" forName="Chord" refType="w"/>
              <dgm:constr type="t" for="ch" forName="Chord" refType="h" fact="0"/>
              <dgm:constr type="w" for="ch" forName="Chord" refType="w"/>
              <dgm:constr type="h" for="ch" forName="Chord" refType="h" fact="0.25"/>
              <dgm:constr type="r" for="ch" forName="Pie" refType="w" fact="0.9"/>
              <dgm:constr type="t" for="ch" forName="Pie" refType="h" fact="0.025"/>
              <dgm:constr type="w" for="ch" forName="Pie" refType="w" fact="0.8"/>
              <dgm:constr type="h" for="ch" forName="Pie" refType="h" fact="0.2"/>
            </dgm:constrLst>
          </dgm:else>
        </dgm:choose>
        <dgm:layoutNode name="Chord" styleLbl="bgShp">
          <dgm:alg type="sp"/>
          <dgm:choose name="Name7">
            <dgm:if name="Name8" func="var" arg="dir" op="equ" val="norm">
              <dgm:shape xmlns:r="http://schemas.openxmlformats.org/officeDocument/2006/relationships" type="chord" r:blip="">
                <dgm:adjLst>
                  <dgm:adj idx="1" val="80"/>
                  <dgm:adj idx="2" val="-80"/>
                </dgm:adjLst>
              </dgm:shape>
            </dgm:if>
            <dgm:else name="Name9">
              <dgm:shape xmlns:r="http://schemas.openxmlformats.org/officeDocument/2006/relationships" rot="180" type="chord" r:blip="">
                <dgm:adjLst>
                  <dgm:adj idx="1" val="80"/>
                  <dgm:adj idx="2" val="-80"/>
                </dgm:adjLst>
              </dgm:shape>
            </dgm:else>
          </dgm:choose>
          <dgm:presOf/>
        </dgm:layoutNode>
        <dgm:layoutNode name="Pie" styleLbl="alignNode1">
          <dgm:alg type="sp"/>
          <dgm:choose name="Name10">
            <dgm:if name="Name11" func="var" arg="dir" op="equ" val="norm">
              <dgm:choose name="Name12">
                <dgm:if name="Name13" axis="precedSib" ptType="node" func="cnt" op="equ" val="0">
                  <dgm:choose name="Name14">
                    <dgm:if name="Name15" axis="followSib" ptType="node" func="cnt" op="equ" val="0">
                      <dgm:shape xmlns:r="http://schemas.openxmlformats.org/officeDocument/2006/relationships" type="pie" r:blip="">
                        <dgm:adjLst>
                          <dgm:adj idx="1" val="90"/>
                          <dgm:adj idx="2" val="-90"/>
                        </dgm:adjLst>
                      </dgm:shape>
                    </dgm:if>
                    <dgm:if name="Name16" axis="followSib" ptType="node" func="cnt" op="equ" val="1">
                      <dgm:shape xmlns:r="http://schemas.openxmlformats.org/officeDocument/2006/relationships" type="pie" r:blip="">
                        <dgm:adjLst>
                          <dgm:adj idx="1" val="180"/>
                          <dgm:adj idx="2" val="-90"/>
                        </dgm:adjLst>
                      </dgm:shape>
                    </dgm:if>
                    <dgm:if name="Name17" axis="followSib" ptType="node" func="cnt" op="equ" val="2">
                      <dgm:shape xmlns:r="http://schemas.openxmlformats.org/officeDocument/2006/relationships" type="pie" r:blip="">
                        <dgm:adjLst>
                          <dgm:adj idx="1" val="-150"/>
                          <dgm:adj idx="2" val="-90"/>
                        </dgm:adjLst>
                      </dgm:shape>
                    </dgm:if>
                    <dgm:if name="Name18" axis="followSib" ptType="node" func="cnt" op="equ" val="3">
                      <dgm:shape xmlns:r="http://schemas.openxmlformats.org/officeDocument/2006/relationships" type="pie" r:blip="">
                        <dgm:adjLst>
                          <dgm:adj idx="1" val="-135"/>
                          <dgm:adj idx="2" val="-90"/>
                        </dgm:adjLst>
                      </dgm:shape>
                    </dgm:if>
                    <dgm:if name="Name19" axis="followSib" ptType="node" func="cnt" op="equ" val="4">
                      <dgm:shape xmlns:r="http://schemas.openxmlformats.org/officeDocument/2006/relationships" type="pie" r:blip="">
                        <dgm:adjLst>
                          <dgm:adj idx="1" val="-126"/>
                          <dgm:adj idx="2" val="-90"/>
                        </dgm:adjLst>
                      </dgm:shape>
                    </dgm:if>
                    <dgm:if name="Name20" axis="followSib" ptType="node" func="cnt" op="equ" val="5">
                      <dgm:shape xmlns:r="http://schemas.openxmlformats.org/officeDocument/2006/relationships" type="pie" r:blip="">
                        <dgm:adjLst>
                          <dgm:adj idx="1" val="-120"/>
                          <dgm:adj idx="2" val="-90"/>
                        </dgm:adjLst>
                      </dgm:shape>
                    </dgm:if>
                    <dgm:else name="Name21">
                      <dgm:shape xmlns:r="http://schemas.openxmlformats.org/officeDocument/2006/relationships" type="pie" r:blip="">
                        <dgm:adjLst>
                          <dgm:adj idx="1" val="-115.7143"/>
                          <dgm:adj idx="2" val="-90"/>
                        </dgm:adjLst>
                      </dgm:shape>
                    </dgm:else>
                  </dgm:choose>
                </dgm:if>
                <dgm:if name="Name22" axis="precedSib" ptType="node" func="cnt" op="equ" val="1">
                  <dgm:choose name="Name23">
                    <dgm:if name="Name24" axis="followSib" ptType="node" func="cnt" op="equ" val="0">
                      <dgm:shape xmlns:r="http://schemas.openxmlformats.org/officeDocument/2006/relationships" type="pie" r:blip="">
                        <dgm:adjLst>
                          <dgm:adj idx="1" val="90"/>
                          <dgm:adj idx="2" val="-90"/>
                        </dgm:adjLst>
                      </dgm:shape>
                    </dgm:if>
                    <dgm:if name="Name25" axis="followSib" ptType="node" func="cnt" op="equ" val="1">
                      <dgm:shape xmlns:r="http://schemas.openxmlformats.org/officeDocument/2006/relationships" type="pie" r:blip="">
                        <dgm:adjLst>
                          <dgm:adj idx="1" val="150"/>
                          <dgm:adj idx="2" val="-90"/>
                        </dgm:adjLst>
                      </dgm:shape>
                    </dgm:if>
                    <dgm:if name="Name26" axis="followSib" ptType="node" func="cnt" op="equ" val="2">
                      <dgm:shape xmlns:r="http://schemas.openxmlformats.org/officeDocument/2006/relationships" type="pie" r:blip="">
                        <dgm:adjLst>
                          <dgm:adj idx="1" val="180"/>
                          <dgm:adj idx="2" val="-90"/>
                        </dgm:adjLst>
                      </dgm:shape>
                    </dgm:if>
                    <dgm:if name="Name27" axis="followSib" ptType="node" func="cnt" op="equ" val="3">
                      <dgm:shape xmlns:r="http://schemas.openxmlformats.org/officeDocument/2006/relationships" type="pie" r:blip="">
                        <dgm:adjLst>
                          <dgm:adj idx="1" val="-162"/>
                          <dgm:adj idx="2" val="-90"/>
                        </dgm:adjLst>
                      </dgm:shape>
                    </dgm:if>
                    <dgm:if name="Name28" axis="followSib" ptType="node" func="cnt" op="equ" val="4">
                      <dgm:shape xmlns:r="http://schemas.openxmlformats.org/officeDocument/2006/relationships" type="pie" r:blip="">
                        <dgm:adjLst>
                          <dgm:adj idx="1" val="-150"/>
                          <dgm:adj idx="2" val="-90"/>
                        </dgm:adjLst>
                      </dgm:shape>
                    </dgm:if>
                    <dgm:else name="Name29">
                      <dgm:shape xmlns:r="http://schemas.openxmlformats.org/officeDocument/2006/relationships" type="pie" r:blip="">
                        <dgm:adjLst>
                          <dgm:adj idx="1" val="-141.4286"/>
                          <dgm:adj idx="2" val="-90"/>
                        </dgm:adjLst>
                      </dgm:shape>
                    </dgm:else>
                  </dgm:choose>
                </dgm:if>
                <dgm:if name="Name30" axis="precedSib" ptType="node" func="cnt" op="equ" val="2">
                  <dgm:choose name="Name31">
                    <dgm:if name="Name32" axis="followSib" ptType="node" func="cnt" op="equ" val="0">
                      <dgm:shape xmlns:r="http://schemas.openxmlformats.org/officeDocument/2006/relationships" type="pie" r:blip="">
                        <dgm:adjLst>
                          <dgm:adj idx="1" val="90"/>
                          <dgm:adj idx="2" val="-90"/>
                        </dgm:adjLst>
                      </dgm:shape>
                    </dgm:if>
                    <dgm:if name="Name33" axis="followSib" ptType="node" func="cnt" op="equ" val="1">
                      <dgm:shape xmlns:r="http://schemas.openxmlformats.org/officeDocument/2006/relationships" type="pie" r:blip="">
                        <dgm:adjLst>
                          <dgm:adj idx="1" val="135"/>
                          <dgm:adj idx="2" val="-90"/>
                        </dgm:adjLst>
                      </dgm:shape>
                    </dgm:if>
                    <dgm:if name="Name34" axis="followSib" ptType="node" func="cnt" op="equ" val="2">
                      <dgm:shape xmlns:r="http://schemas.openxmlformats.org/officeDocument/2006/relationships" type="pie" r:blip="">
                        <dgm:adjLst>
                          <dgm:adj idx="1" val="162"/>
                          <dgm:adj idx="2" val="-90"/>
                        </dgm:adjLst>
                      </dgm:shape>
                    </dgm:if>
                    <dgm:if name="Name35" axis="followSib" ptType="node" func="cnt" op="equ" val="3">
                      <dgm:shape xmlns:r="http://schemas.openxmlformats.org/officeDocument/2006/relationships" type="pie" r:blip="">
                        <dgm:adjLst>
                          <dgm:adj idx="1" val="180"/>
                          <dgm:adj idx="2" val="-90"/>
                        </dgm:adjLst>
                      </dgm:shape>
                    </dgm:if>
                    <dgm:else name="Name36">
                      <dgm:shape xmlns:r="http://schemas.openxmlformats.org/officeDocument/2006/relationships" type="pie" r:blip="">
                        <dgm:adjLst>
                          <dgm:adj idx="1" val="-167.1429"/>
                          <dgm:adj idx="2" val="-90"/>
                        </dgm:adjLst>
                      </dgm:shape>
                    </dgm:else>
                  </dgm:choose>
                </dgm:if>
                <dgm:if name="Name37" axis="precedSib" ptType="node" func="cnt" op="equ" val="3">
                  <dgm:choose name="Name38">
                    <dgm:if name="Name39" axis="followSib" ptType="node" func="cnt" op="equ" val="0">
                      <dgm:shape xmlns:r="http://schemas.openxmlformats.org/officeDocument/2006/relationships" type="pie" r:blip="">
                        <dgm:adjLst>
                          <dgm:adj idx="1" val="90"/>
                          <dgm:adj idx="2" val="-90"/>
                        </dgm:adjLst>
                      </dgm:shape>
                    </dgm:if>
                    <dgm:if name="Name40" axis="followSib" ptType="node" func="cnt" op="equ" val="1">
                      <dgm:shape xmlns:r="http://schemas.openxmlformats.org/officeDocument/2006/relationships" type="pie" r:blip="">
                        <dgm:adjLst>
                          <dgm:adj idx="1" val="126"/>
                          <dgm:adj idx="2" val="-90"/>
                        </dgm:adjLst>
                      </dgm:shape>
                    </dgm:if>
                    <dgm:if name="Name41" axis="followSib" ptType="node" func="cnt" op="equ" val="2">
                      <dgm:shape xmlns:r="http://schemas.openxmlformats.org/officeDocument/2006/relationships" type="pie" r:blip="">
                        <dgm:adjLst>
                          <dgm:adj idx="1" val="150"/>
                          <dgm:adj idx="2" val="-90"/>
                        </dgm:adjLst>
                      </dgm:shape>
                    </dgm:if>
                    <dgm:else name="Name42">
                      <dgm:shape xmlns:r="http://schemas.openxmlformats.org/officeDocument/2006/relationships" type="pie" r:blip="">
                        <dgm:adjLst>
                          <dgm:adj idx="1" val="167.1429"/>
                          <dgm:adj idx="2" val="-90"/>
                        </dgm:adjLst>
                      </dgm:shape>
                    </dgm:else>
                  </dgm:choose>
                </dgm:if>
                <dgm:if name="Name43" axis="precedSib" ptType="node" func="cnt" op="equ" val="4">
                  <dgm:choose name="Name44">
                    <dgm:if name="Name45" axis="followSib" ptType="node" func="cnt" op="equ" val="0">
                      <dgm:shape xmlns:r="http://schemas.openxmlformats.org/officeDocument/2006/relationships" type="pie" r:blip="">
                        <dgm:adjLst>
                          <dgm:adj idx="1" val="90"/>
                          <dgm:adj idx="2" val="-90"/>
                        </dgm:adjLst>
                      </dgm:shape>
                    </dgm:if>
                    <dgm:if name="Name46" axis="followSib" ptType="node" func="cnt" op="equ" val="1">
                      <dgm:shape xmlns:r="http://schemas.openxmlformats.org/officeDocument/2006/relationships" type="pie" r:blip="">
                        <dgm:adjLst>
                          <dgm:adj idx="1" val="120"/>
                          <dgm:adj idx="2" val="-90"/>
                        </dgm:adjLst>
                      </dgm:shape>
                    </dgm:if>
                    <dgm:else name="Name47">
                      <dgm:shape xmlns:r="http://schemas.openxmlformats.org/officeDocument/2006/relationships" type="pie" r:blip="">
                        <dgm:adjLst>
                          <dgm:adj idx="1" val="141.4286"/>
                          <dgm:adj idx="2" val="-90"/>
                        </dgm:adjLst>
                      </dgm:shape>
                    </dgm:else>
                  </dgm:choose>
                </dgm:if>
                <dgm:if name="Name48" axis="precedSib" ptType="node" func="cnt" op="equ" val="5">
                  <dgm:choose name="Name49">
                    <dgm:if name="Name50" axis="followSib" ptType="node" func="cnt" op="equ" val="0">
                      <dgm:shape xmlns:r="http://schemas.openxmlformats.org/officeDocument/2006/relationships" type="pie" r:blip="">
                        <dgm:adjLst>
                          <dgm:adj idx="1" val="90"/>
                          <dgm:adj idx="2" val="-90"/>
                        </dgm:adjLst>
                      </dgm:shape>
                    </dgm:if>
                    <dgm:else name="Name51">
                      <dgm:shape xmlns:r="http://schemas.openxmlformats.org/officeDocument/2006/relationships" type="pie" r:blip="">
                        <dgm:adjLst>
                          <dgm:adj idx="1" val="115.7143"/>
                          <dgm:adj idx="2" val="-90"/>
                        </dgm:adjLst>
                      </dgm:shape>
                    </dgm:else>
                  </dgm:choose>
                </dgm:if>
                <dgm:else name="Name52">
                  <dgm:shape xmlns:r="http://schemas.openxmlformats.org/officeDocument/2006/relationships" type="pie" r:blip="">
                    <dgm:adjLst>
                      <dgm:adj idx="1" val="90"/>
                      <dgm:adj idx="2" val="-90"/>
                    </dgm:adjLst>
                  </dgm:shape>
                </dgm:else>
              </dgm:choose>
            </dgm:if>
            <dgm:else name="Name53">
              <dgm:choose name="Name54">
                <dgm:if name="Name55" axis="precedSib" ptType="node" func="cnt" op="equ" val="0">
                  <dgm:choose name="Name56">
                    <dgm:if name="Name57" axis="followSib" ptType="node" func="cnt" op="equ" val="0">
                      <dgm:shape xmlns:r="http://schemas.openxmlformats.org/officeDocument/2006/relationships" rot="180" type="pie" r:blip="">
                        <dgm:adjLst>
                          <dgm:adj idx="1" val="90"/>
                          <dgm:adj idx="2" val="-90"/>
                        </dgm:adjLst>
                      </dgm:shape>
                    </dgm:if>
                    <dgm:if name="Name58" axis="followSib" ptType="node" func="cnt" op="equ" val="1">
                      <dgm:shape xmlns:r="http://schemas.openxmlformats.org/officeDocument/2006/relationships" rot="180" type="pie" r:blip="">
                        <dgm:adjLst>
                          <dgm:adj idx="1" val="90"/>
                          <dgm:adj idx="2" val="180"/>
                        </dgm:adjLst>
                      </dgm:shape>
                    </dgm:if>
                    <dgm:if name="Name59" axis="followSib" ptType="node" func="cnt" op="equ" val="2">
                      <dgm:shape xmlns:r="http://schemas.openxmlformats.org/officeDocument/2006/relationships" rot="180" type="pie" r:blip="">
                        <dgm:adjLst>
                          <dgm:adj idx="1" val="90"/>
                          <dgm:adj idx="2" val="150"/>
                        </dgm:adjLst>
                      </dgm:shape>
                    </dgm:if>
                    <dgm:if name="Name60" axis="followSib" ptType="node" func="cnt" op="equ" val="3">
                      <dgm:shape xmlns:r="http://schemas.openxmlformats.org/officeDocument/2006/relationships" rot="180" type="pie" r:blip="">
                        <dgm:adjLst>
                          <dgm:adj idx="1" val="90"/>
                          <dgm:adj idx="2" val="135"/>
                        </dgm:adjLst>
                      </dgm:shape>
                    </dgm:if>
                    <dgm:if name="Name61" axis="followSib" ptType="node" func="cnt" op="equ" val="4">
                      <dgm:shape xmlns:r="http://schemas.openxmlformats.org/officeDocument/2006/relationships" rot="180" type="pie" r:blip="">
                        <dgm:adjLst>
                          <dgm:adj idx="1" val="90"/>
                          <dgm:adj idx="2" val="126"/>
                        </dgm:adjLst>
                      </dgm:shape>
                    </dgm:if>
                    <dgm:if name="Name62" axis="followSib" ptType="node" func="cnt" op="equ" val="5">
                      <dgm:shape xmlns:r="http://schemas.openxmlformats.org/officeDocument/2006/relationships" rot="180" type="pie" r:blip="">
                        <dgm:adjLst>
                          <dgm:adj idx="1" val="90"/>
                          <dgm:adj idx="2" val="120"/>
                        </dgm:adjLst>
                      </dgm:shape>
                    </dgm:if>
                    <dgm:else name="Name63">
                      <dgm:shape xmlns:r="http://schemas.openxmlformats.org/officeDocument/2006/relationships" rot="180" type="pie" r:blip="">
                        <dgm:adjLst>
                          <dgm:adj idx="1" val="90"/>
                          <dgm:adj idx="2" val="115.7143"/>
                        </dgm:adjLst>
                      </dgm:shape>
                    </dgm:else>
                  </dgm:choose>
                </dgm:if>
                <dgm:if name="Name64" axis="precedSib" ptType="node" func="cnt" op="equ" val="1">
                  <dgm:choose name="Name65">
                    <dgm:if name="Name66" axis="followSib" ptType="node" func="cnt" op="equ" val="0">
                      <dgm:shape xmlns:r="http://schemas.openxmlformats.org/officeDocument/2006/relationships" rot="180" type="pie" r:blip="">
                        <dgm:adjLst>
                          <dgm:adj idx="1" val="90"/>
                          <dgm:adj idx="2" val="-90"/>
                        </dgm:adjLst>
                      </dgm:shape>
                    </dgm:if>
                    <dgm:if name="Name67" axis="followSib" ptType="node" func="cnt" op="equ" val="1">
                      <dgm:shape xmlns:r="http://schemas.openxmlformats.org/officeDocument/2006/relationships" rot="180" type="pie" r:blip="">
                        <dgm:adjLst>
                          <dgm:adj idx="1" val="90"/>
                          <dgm:adj idx="2" val="-150"/>
                        </dgm:adjLst>
                      </dgm:shape>
                    </dgm:if>
                    <dgm:if name="Name68" axis="followSib" ptType="node" func="cnt" op="equ" val="2">
                      <dgm:shape xmlns:r="http://schemas.openxmlformats.org/officeDocument/2006/relationships" rot="180" type="pie" r:blip="">
                        <dgm:adjLst>
                          <dgm:adj idx="1" val="90"/>
                          <dgm:adj idx="2" val="180"/>
                        </dgm:adjLst>
                      </dgm:shape>
                    </dgm:if>
                    <dgm:if name="Name69" axis="followSib" ptType="node" func="cnt" op="equ" val="3">
                      <dgm:shape xmlns:r="http://schemas.openxmlformats.org/officeDocument/2006/relationships" rot="180" type="pie" r:blip="">
                        <dgm:adjLst>
                          <dgm:adj idx="1" val="90"/>
                          <dgm:adj idx="2" val="162"/>
                        </dgm:adjLst>
                      </dgm:shape>
                    </dgm:if>
                    <dgm:if name="Name70" axis="followSib" ptType="node" func="cnt" op="equ" val="4">
                      <dgm:shape xmlns:r="http://schemas.openxmlformats.org/officeDocument/2006/relationships" rot="180" type="pie" r:blip="">
                        <dgm:adjLst>
                          <dgm:adj idx="1" val="90"/>
                          <dgm:adj idx="2" val="150"/>
                        </dgm:adjLst>
                      </dgm:shape>
                    </dgm:if>
                    <dgm:else name="Name71">
                      <dgm:shape xmlns:r="http://schemas.openxmlformats.org/officeDocument/2006/relationships" rot="180" type="pie" r:blip="">
                        <dgm:adjLst>
                          <dgm:adj idx="1" val="90"/>
                          <dgm:adj idx="2" val="141.4286"/>
                        </dgm:adjLst>
                      </dgm:shape>
                    </dgm:else>
                  </dgm:choose>
                </dgm:if>
                <dgm:if name="Name72" axis="precedSib" ptType="node" func="cnt" op="equ" val="2">
                  <dgm:choose name="Name73">
                    <dgm:if name="Name74" axis="followSib" ptType="node" func="cnt" op="equ" val="0">
                      <dgm:shape xmlns:r="http://schemas.openxmlformats.org/officeDocument/2006/relationships" rot="180" type="pie" r:blip="">
                        <dgm:adjLst>
                          <dgm:adj idx="1" val="90"/>
                          <dgm:adj idx="2" val="-90"/>
                        </dgm:adjLst>
                      </dgm:shape>
                    </dgm:if>
                    <dgm:if name="Name75" axis="followSib" ptType="node" func="cnt" op="equ" val="1">
                      <dgm:shape xmlns:r="http://schemas.openxmlformats.org/officeDocument/2006/relationships" rot="180" type="pie" r:blip="">
                        <dgm:adjLst>
                          <dgm:adj idx="1" val="90"/>
                          <dgm:adj idx="2" val="-135"/>
                        </dgm:adjLst>
                      </dgm:shape>
                    </dgm:if>
                    <dgm:if name="Name76" axis="followSib" ptType="node" func="cnt" op="equ" val="2">
                      <dgm:shape xmlns:r="http://schemas.openxmlformats.org/officeDocument/2006/relationships" rot="180" type="pie" r:blip="">
                        <dgm:adjLst>
                          <dgm:adj idx="1" val="90"/>
                          <dgm:adj idx="2" val="-162"/>
                        </dgm:adjLst>
                      </dgm:shape>
                    </dgm:if>
                    <dgm:if name="Name77" axis="followSib" ptType="node" func="cnt" op="equ" val="3">
                      <dgm:shape xmlns:r="http://schemas.openxmlformats.org/officeDocument/2006/relationships" rot="180" type="pie" r:blip="">
                        <dgm:adjLst>
                          <dgm:adj idx="1" val="90"/>
                          <dgm:adj idx="2" val="180"/>
                        </dgm:adjLst>
                      </dgm:shape>
                    </dgm:if>
                    <dgm:else name="Name78">
                      <dgm:shape xmlns:r="http://schemas.openxmlformats.org/officeDocument/2006/relationships" rot="180" type="pie" r:blip="">
                        <dgm:adjLst>
                          <dgm:adj idx="1" val="90"/>
                          <dgm:adj idx="2" val="167.1429"/>
                        </dgm:adjLst>
                      </dgm:shape>
                    </dgm:else>
                  </dgm:choose>
                </dgm:if>
                <dgm:if name="Name79" axis="precedSib" ptType="node" func="cnt" op="equ" val="3">
                  <dgm:choose name="Name80">
                    <dgm:if name="Name81" axis="followSib" ptType="node" func="cnt" op="equ" val="0">
                      <dgm:shape xmlns:r="http://schemas.openxmlformats.org/officeDocument/2006/relationships" rot="180" type="pie" r:blip="">
                        <dgm:adjLst>
                          <dgm:adj idx="1" val="90"/>
                          <dgm:adj idx="2" val="-90"/>
                        </dgm:adjLst>
                      </dgm:shape>
                    </dgm:if>
                    <dgm:if name="Name82" axis="followSib" ptType="node" func="cnt" op="equ" val="1">
                      <dgm:shape xmlns:r="http://schemas.openxmlformats.org/officeDocument/2006/relationships" rot="180" type="pie" r:blip="">
                        <dgm:adjLst>
                          <dgm:adj idx="1" val="90"/>
                          <dgm:adj idx="2" val="-126"/>
                        </dgm:adjLst>
                      </dgm:shape>
                    </dgm:if>
                    <dgm:if name="Name83" axis="followSib" ptType="node" func="cnt" op="equ" val="2">
                      <dgm:shape xmlns:r="http://schemas.openxmlformats.org/officeDocument/2006/relationships" rot="180" type="pie" r:blip="">
                        <dgm:adjLst>
                          <dgm:adj idx="1" val="90"/>
                          <dgm:adj idx="2" val="-150"/>
                        </dgm:adjLst>
                      </dgm:shape>
                    </dgm:if>
                    <dgm:else name="Name84">
                      <dgm:shape xmlns:r="http://schemas.openxmlformats.org/officeDocument/2006/relationships" rot="180" type="pie" r:blip="">
                        <dgm:adjLst>
                          <dgm:adj idx="1" val="90"/>
                          <dgm:adj idx="2" val="-167.1429"/>
                        </dgm:adjLst>
                      </dgm:shape>
                    </dgm:else>
                  </dgm:choose>
                </dgm:if>
                <dgm:if name="Name85" axis="precedSib" ptType="node" func="cnt" op="equ" val="4">
                  <dgm:choose name="Name86">
                    <dgm:if name="Name87" axis="followSib" ptType="node" func="cnt" op="equ" val="0">
                      <dgm:shape xmlns:r="http://schemas.openxmlformats.org/officeDocument/2006/relationships" rot="180" type="pie" r:blip="">
                        <dgm:adjLst>
                          <dgm:adj idx="1" val="90"/>
                          <dgm:adj idx="2" val="-90"/>
                        </dgm:adjLst>
                      </dgm:shape>
                    </dgm:if>
                    <dgm:if name="Name88" axis="followSib" ptType="node" func="cnt" op="equ" val="1">
                      <dgm:shape xmlns:r="http://schemas.openxmlformats.org/officeDocument/2006/relationships" rot="180" type="pie" r:blip="">
                        <dgm:adjLst>
                          <dgm:adj idx="1" val="90"/>
                          <dgm:adj idx="2" val="-120"/>
                        </dgm:adjLst>
                      </dgm:shape>
                    </dgm:if>
                    <dgm:else name="Name89">
                      <dgm:shape xmlns:r="http://schemas.openxmlformats.org/officeDocument/2006/relationships" rot="180" type="pie" r:blip="">
                        <dgm:adjLst>
                          <dgm:adj idx="1" val="90"/>
                          <dgm:adj idx="2" val="-141.4286"/>
                        </dgm:adjLst>
                      </dgm:shape>
                    </dgm:else>
                  </dgm:choose>
                </dgm:if>
                <dgm:if name="Name90" axis="precedSib" ptType="node" func="cnt" op="equ" val="5">
                  <dgm:choose name="Name91">
                    <dgm:if name="Name92" axis="followSib" ptType="node" func="cnt" op="equ" val="0">
                      <dgm:shape xmlns:r="http://schemas.openxmlformats.org/officeDocument/2006/relationships" rot="180" type="pie" r:blip="">
                        <dgm:adjLst>
                          <dgm:adj idx="1" val="90"/>
                          <dgm:adj idx="2" val="-90"/>
                        </dgm:adjLst>
                      </dgm:shape>
                    </dgm:if>
                    <dgm:else name="Name93">
                      <dgm:shape xmlns:r="http://schemas.openxmlformats.org/officeDocument/2006/relationships" rot="180" type="pie" r:blip="">
                        <dgm:adjLst>
                          <dgm:adj idx="1" val="90"/>
                          <dgm:adj idx="2" val="-115.7143"/>
                        </dgm:adjLst>
                      </dgm:shape>
                    </dgm:else>
                  </dgm:choose>
                </dgm:if>
                <dgm:else name="Name94">
                  <dgm:shape xmlns:r="http://schemas.openxmlformats.org/officeDocument/2006/relationships" rot="180" type="pie" r:blip="">
                    <dgm:adjLst>
                      <dgm:adj idx="1" val="90"/>
                      <dgm:adj idx="2" val="-90"/>
                    </dgm:adjLst>
                  </dgm:shape>
                </dgm:else>
              </dgm:choose>
            </dgm:else>
          </dgm:choose>
          <dgm:presOf/>
        </dgm:layoutNode>
        <dgm:layoutNode name="Parent" styleLbl="revTx">
          <dgm:varLst>
            <dgm:chMax val="1"/>
            <dgm:chPref val="1"/>
            <dgm:bulletEnabled val="1"/>
          </dgm:varLst>
          <dgm:choose name="Name95">
            <dgm:if name="Name96" func="var" arg="dir" op="equ" val="norm">
              <dgm:alg type="tx">
                <dgm:param type="parTxLTRAlign" val="r"/>
                <dgm:param type="parTxRTLAlign" val="r"/>
                <dgm:param type="shpTxLTRAlignCh" val="r"/>
                <dgm:param type="shpTxRTLAlignCh" val="r"/>
                <dgm:param type="txAnchorVert" val="b"/>
                <dgm:param type="autoTxRot" val="grav"/>
              </dgm:alg>
            </dgm:if>
            <dgm:else name="Name97">
              <dgm:alg type="tx">
                <dgm:param type="parTxLTRAlign" val="l"/>
                <dgm:param type="parTxRTLAlign" val="l"/>
                <dgm:param type="shpTxLTRAlignCh" val="l"/>
                <dgm:param type="shpTxRTLAlignCh" val="l"/>
                <dgm:param type="txAnchorVert" val="b"/>
                <dgm:param type="autoTxRot" val="grav"/>
              </dgm:alg>
            </dgm:else>
          </dgm:choose>
          <dgm:choose name="Name98">
            <dgm:if name="Name99" func="var" arg="dir" op="equ" val="norm">
              <dgm:shape xmlns:r="http://schemas.openxmlformats.org/officeDocument/2006/relationships" rot="-90" type="rect" r:blip="">
                <dgm:adjLst/>
              </dgm:shape>
            </dgm:if>
            <dgm:else name="Name100">
              <dgm:shape xmlns:r="http://schemas.openxmlformats.org/officeDocument/2006/relationships" rot="90" type="rect" r:blip="">
                <dgm:adjLst/>
              </dgm:shape>
            </dgm:else>
          </dgm:choose>
          <dgm:presOf axis="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dgm:choose name="Name101">
        <dgm:if name="Name102" axis="ch" ptType="node" func="cnt" op="gte" val="1">
          <dgm:forEach name="negSibTransForEach" axis="ch" ptType="sibTrans" hideLastTrans="0" cnt="1">
            <dgm:layoutNode name="negSibTrans">
              <dgm:alg type="sp"/>
              <dgm:shape xmlns:r="http://schemas.openxmlformats.org/officeDocument/2006/relationships" r:blip="">
                <dgm:adjLst/>
              </dgm:shape>
            </dgm:layoutNode>
          </dgm:forEach>
          <dgm:layoutNode name="composite">
            <dgm:alg type="composite">
              <dgm:param type="ar" val="0.5"/>
            </dgm:alg>
            <dgm:shape xmlns:r="http://schemas.openxmlformats.org/officeDocument/2006/relationships" r:blip="">
              <dgm:adjLst/>
            </dgm:shape>
            <dgm:choose name="Name103">
              <dgm:if name="Name104" func="var" arg="dir" op="equ" val="norm">
                <dgm:constrLst>
                  <dgm:constr type="l" for="ch" forName="Child" refType="w" fact="0"/>
                  <dgm:constr type="t" for="ch" forName="Child" refType="h" fact="0"/>
                  <dgm:constr type="w" for="ch" forName="Child" refType="w"/>
                  <dgm:constr type="h" for="ch" forName="Child" refType="h"/>
                </dgm:constrLst>
              </dgm:if>
              <dgm:else name="Name105">
                <dgm:constrLst>
                  <dgm:constr type="r" for="ch" forName="Child" refType="w"/>
                  <dgm:constr type="t" for="ch" forName="Child" refType="h" fact="0"/>
                  <dgm:constr type="w" for="ch" forName="Child" refType="w"/>
                  <dgm:constr type="h" for="ch" forName="Child" refType="h"/>
                </dgm:constrLst>
              </dgm:else>
            </dgm:choose>
            <dgm:ruleLst/>
            <dgm:layoutNode name="Child" styleLbl="revTx">
              <dgm:varLst>
                <dgm:chMax val="0"/>
                <dgm:chPref val="0"/>
                <dgm:bulletEnabled val="1"/>
              </dgm:varLst>
              <dgm:choose name="Name106">
                <dgm:if name="Name107" func="var" arg="dir" op="equ" val="norm">
                  <dgm:alg type="tx">
                    <dgm:param type="parTxLTRAlign" val="l"/>
                    <dgm:param type="parTxRTLAlign" val="r"/>
                    <dgm:param type="txAnchorVert" val="t"/>
                  </dgm:alg>
                </dgm:if>
                <dgm:else name="Name108">
                  <dgm:alg type="tx">
                    <dgm:param type="parTxLTRAlign" val="r"/>
                    <dgm:param type="parTxRTLAlign" val="l"/>
                    <dgm:param type="txAnchorVert" val="t"/>
                  </dgm:alg>
                </dgm:else>
              </dgm:choose>
              <dgm:shape xmlns:r="http://schemas.openxmlformats.org/officeDocument/2006/relationships" type="rect" r:blip="">
                <dgm:adjLst/>
              </dgm:shape>
              <dgm:presOf axis="des"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if>
        <dgm:else name="Name109"/>
      </dgm:choose>
    </dgm:forEach>
  </dgm:layoutNode>
</dgm:layoutDef>
</file>

<file path=ppt/diagrams/layout3.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1B3BE4-D48A-472D-963B-22CA234474B5}" type="datetimeFigureOut">
              <a:rPr lang="en-US" smtClean="0"/>
              <a:t>7/11/2023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3187C1-4F3C-41E7-B5CD-357A228C22A5}" type="slidenum">
              <a:rPr lang="en-US" smtClean="0"/>
              <a:t>‹#›</a:t>
            </a:fld>
            <a:endParaRPr lang="en-US"/>
          </a:p>
        </p:txBody>
      </p:sp>
    </p:spTree>
    <p:extLst>
      <p:ext uri="{BB962C8B-B14F-4D97-AF65-F5344CB8AC3E}">
        <p14:creationId xmlns:p14="http://schemas.microsoft.com/office/powerpoint/2010/main" val="3577024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a situation: Applying for a job, hundreds of resumes come in, but you have a certification………</a:t>
            </a:r>
          </a:p>
        </p:txBody>
      </p:sp>
      <p:sp>
        <p:nvSpPr>
          <p:cNvPr id="4" name="Slide Number Placeholder 3"/>
          <p:cNvSpPr>
            <a:spLocks noGrp="1"/>
          </p:cNvSpPr>
          <p:nvPr>
            <p:ph type="sldNum" sz="quarter" idx="10"/>
          </p:nvPr>
        </p:nvSpPr>
        <p:spPr/>
        <p:txBody>
          <a:bodyPr/>
          <a:lstStyle/>
          <a:p>
            <a:pPr>
              <a:defRPr/>
            </a:pPr>
            <a:fld id="{B2A9B05A-0CA2-4F64-8514-485DBADC37F8}" type="slidenum">
              <a:rPr lang="en-US" smtClean="0"/>
              <a:pPr>
                <a:defRPr/>
              </a:pPr>
              <a:t>6</a:t>
            </a:fld>
            <a:endParaRPr lang="en-US"/>
          </a:p>
        </p:txBody>
      </p:sp>
    </p:spTree>
    <p:extLst>
      <p:ext uri="{BB962C8B-B14F-4D97-AF65-F5344CB8AC3E}">
        <p14:creationId xmlns:p14="http://schemas.microsoft.com/office/powerpoint/2010/main" val="38285625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Did you know?  Almost every field touches upon the knowledge of Microsoft Office applications. </a:t>
            </a:r>
          </a:p>
        </p:txBody>
      </p:sp>
      <p:sp>
        <p:nvSpPr>
          <p:cNvPr id="4" name="Slide Number Placeholder 3"/>
          <p:cNvSpPr>
            <a:spLocks noGrp="1"/>
          </p:cNvSpPr>
          <p:nvPr>
            <p:ph type="sldNum" sz="quarter" idx="10"/>
          </p:nvPr>
        </p:nvSpPr>
        <p:spPr/>
        <p:txBody>
          <a:bodyPr/>
          <a:lstStyle/>
          <a:p>
            <a:pPr>
              <a:defRPr/>
            </a:pPr>
            <a:fld id="{B2A9B05A-0CA2-4F64-8514-485DBADC37F8}" type="slidenum">
              <a:rPr lang="en-US" smtClean="0"/>
              <a:pPr>
                <a:defRPr/>
              </a:pPr>
              <a:t>7</a:t>
            </a:fld>
            <a:endParaRPr lang="en-US"/>
          </a:p>
        </p:txBody>
      </p:sp>
    </p:spTree>
    <p:extLst>
      <p:ext uri="{BB962C8B-B14F-4D97-AF65-F5344CB8AC3E}">
        <p14:creationId xmlns:p14="http://schemas.microsoft.com/office/powerpoint/2010/main" val="4210174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CAEF781-EDAB-4CBF-94E9-451FDD082148}" type="datetimeFigureOut">
              <a:rPr lang="en-US" smtClean="0"/>
              <a:t>7/11/2023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801AFB-CBC3-4262-985C-2B823B92DD82}" type="slidenum">
              <a:rPr lang="en-US" smtClean="0"/>
              <a:t>‹#›</a:t>
            </a:fld>
            <a:endParaRPr lang="en-US"/>
          </a:p>
        </p:txBody>
      </p:sp>
    </p:spTree>
    <p:extLst>
      <p:ext uri="{BB962C8B-B14F-4D97-AF65-F5344CB8AC3E}">
        <p14:creationId xmlns:p14="http://schemas.microsoft.com/office/powerpoint/2010/main" val="30579768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AEF781-EDAB-4CBF-94E9-451FDD082148}" type="datetimeFigureOut">
              <a:rPr lang="en-US" smtClean="0"/>
              <a:t>7/11/2023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801AFB-CBC3-4262-985C-2B823B92DD82}" type="slidenum">
              <a:rPr lang="en-US" smtClean="0"/>
              <a:t>‹#›</a:t>
            </a:fld>
            <a:endParaRPr lang="en-US"/>
          </a:p>
        </p:txBody>
      </p:sp>
    </p:spTree>
    <p:extLst>
      <p:ext uri="{BB962C8B-B14F-4D97-AF65-F5344CB8AC3E}">
        <p14:creationId xmlns:p14="http://schemas.microsoft.com/office/powerpoint/2010/main" val="3111581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2CAEF781-EDAB-4CBF-94E9-451FDD082148}" type="datetimeFigureOut">
              <a:rPr lang="en-US" smtClean="0"/>
              <a:t>7/11/2023</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66801AFB-CBC3-4262-985C-2B823B92DD82}" type="slidenum">
              <a:rPr lang="en-US" smtClean="0"/>
              <a:t>‹#›</a:t>
            </a:fld>
            <a:endParaRPr lang="en-US"/>
          </a:p>
        </p:txBody>
      </p:sp>
    </p:spTree>
    <p:extLst>
      <p:ext uri="{BB962C8B-B14F-4D97-AF65-F5344CB8AC3E}">
        <p14:creationId xmlns:p14="http://schemas.microsoft.com/office/powerpoint/2010/main" val="340855260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CAEF781-EDAB-4CBF-94E9-451FDD082148}" type="datetimeFigureOut">
              <a:rPr lang="en-US" smtClean="0"/>
              <a:t>7/11/2023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801AFB-CBC3-4262-985C-2B823B92DD82}" type="slidenum">
              <a:rPr lang="en-US" smtClean="0"/>
              <a:t>‹#›</a:t>
            </a:fld>
            <a:endParaRPr lang="en-US"/>
          </a:p>
        </p:txBody>
      </p:sp>
    </p:spTree>
    <p:extLst>
      <p:ext uri="{BB962C8B-B14F-4D97-AF65-F5344CB8AC3E}">
        <p14:creationId xmlns:p14="http://schemas.microsoft.com/office/powerpoint/2010/main" val="4210546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CAEF781-EDAB-4CBF-94E9-451FDD082148}" type="datetimeFigureOut">
              <a:rPr lang="en-US" smtClean="0"/>
              <a:t>7/11/2023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801AFB-CBC3-4262-985C-2B823B92DD82}" type="slidenum">
              <a:rPr lang="en-US" smtClean="0"/>
              <a:t>‹#›</a:t>
            </a:fld>
            <a:endParaRPr lang="en-US"/>
          </a:p>
        </p:txBody>
      </p:sp>
    </p:spTree>
    <p:extLst>
      <p:ext uri="{BB962C8B-B14F-4D97-AF65-F5344CB8AC3E}">
        <p14:creationId xmlns:p14="http://schemas.microsoft.com/office/powerpoint/2010/main" val="3532374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CAEF781-EDAB-4CBF-94E9-451FDD082148}" type="datetimeFigureOut">
              <a:rPr lang="en-US" smtClean="0"/>
              <a:t>7/11/2023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801AFB-CBC3-4262-985C-2B823B92DD82}" type="slidenum">
              <a:rPr lang="en-US" smtClean="0"/>
              <a:t>‹#›</a:t>
            </a:fld>
            <a:endParaRPr lang="en-US"/>
          </a:p>
        </p:txBody>
      </p:sp>
    </p:spTree>
    <p:extLst>
      <p:ext uri="{BB962C8B-B14F-4D97-AF65-F5344CB8AC3E}">
        <p14:creationId xmlns:p14="http://schemas.microsoft.com/office/powerpoint/2010/main" val="2103254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AEF781-EDAB-4CBF-94E9-451FDD082148}" type="datetimeFigureOut">
              <a:rPr lang="en-US" smtClean="0"/>
              <a:t>7/11/2023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801AFB-CBC3-4262-985C-2B823B92DD82}" type="slidenum">
              <a:rPr lang="en-US" smtClean="0"/>
              <a:t>‹#›</a:t>
            </a:fld>
            <a:endParaRPr lang="en-US"/>
          </a:p>
        </p:txBody>
      </p:sp>
    </p:spTree>
    <p:extLst>
      <p:ext uri="{BB962C8B-B14F-4D97-AF65-F5344CB8AC3E}">
        <p14:creationId xmlns:p14="http://schemas.microsoft.com/office/powerpoint/2010/main" val="769661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CAEF781-EDAB-4CBF-94E9-451FDD082148}" type="datetimeFigureOut">
              <a:rPr lang="en-US" smtClean="0"/>
              <a:t>7/11/2023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801AFB-CBC3-4262-985C-2B823B92DD82}" type="slidenum">
              <a:rPr lang="en-US" smtClean="0"/>
              <a:t>‹#›</a:t>
            </a:fld>
            <a:endParaRPr lang="en-US"/>
          </a:p>
        </p:txBody>
      </p:sp>
    </p:spTree>
    <p:extLst>
      <p:ext uri="{BB962C8B-B14F-4D97-AF65-F5344CB8AC3E}">
        <p14:creationId xmlns:p14="http://schemas.microsoft.com/office/powerpoint/2010/main" val="654243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CAEF781-EDAB-4CBF-94E9-451FDD082148}" type="datetimeFigureOut">
              <a:rPr lang="en-US" smtClean="0"/>
              <a:t>7/11/2023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801AFB-CBC3-4262-985C-2B823B92DD82}" type="slidenum">
              <a:rPr lang="en-US" smtClean="0"/>
              <a:t>‹#›</a:t>
            </a:fld>
            <a:endParaRPr lang="en-US"/>
          </a:p>
        </p:txBody>
      </p:sp>
    </p:spTree>
    <p:extLst>
      <p:ext uri="{BB962C8B-B14F-4D97-AF65-F5344CB8AC3E}">
        <p14:creationId xmlns:p14="http://schemas.microsoft.com/office/powerpoint/2010/main" val="291351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AEF781-EDAB-4CBF-94E9-451FDD082148}" type="datetimeFigureOut">
              <a:rPr lang="en-US" smtClean="0"/>
              <a:t>7/11/2023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801AFB-CBC3-4262-985C-2B823B92DD82}" type="slidenum">
              <a:rPr lang="en-US" smtClean="0"/>
              <a:t>‹#›</a:t>
            </a:fld>
            <a:endParaRPr lang="en-US"/>
          </a:p>
        </p:txBody>
      </p:sp>
    </p:spTree>
    <p:extLst>
      <p:ext uri="{BB962C8B-B14F-4D97-AF65-F5344CB8AC3E}">
        <p14:creationId xmlns:p14="http://schemas.microsoft.com/office/powerpoint/2010/main" val="3599077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2CAEF781-EDAB-4CBF-94E9-451FDD082148}" type="datetimeFigureOut">
              <a:rPr lang="en-US" smtClean="0"/>
              <a:t>7/11/2023</a:t>
            </a:fld>
            <a:endParaRPr lang="en-US"/>
          </a:p>
        </p:txBody>
      </p:sp>
      <p:sp>
        <p:nvSpPr>
          <p:cNvPr id="5" name="Footer Placeholder 4"/>
          <p:cNvSpPr>
            <a:spLocks noGrp="1"/>
          </p:cNvSpPr>
          <p:nvPr>
            <p:ph type="ftr" sz="quarter" idx="11"/>
          </p:nvPr>
        </p:nvSpPr>
        <p:spPr>
          <a:xfrm>
            <a:off x="3776135" y="6422854"/>
            <a:ext cx="4279669" cy="365125"/>
          </a:xfrm>
        </p:spPr>
        <p:txBody>
          <a:bodyPr/>
          <a:lstStyle/>
          <a:p>
            <a:endParaRPr lang="en-US"/>
          </a:p>
        </p:txBody>
      </p:sp>
      <p:sp>
        <p:nvSpPr>
          <p:cNvPr id="6" name="Slide Number Placeholder 5"/>
          <p:cNvSpPr>
            <a:spLocks noGrp="1"/>
          </p:cNvSpPr>
          <p:nvPr>
            <p:ph type="sldNum" sz="quarter" idx="12"/>
          </p:nvPr>
        </p:nvSpPr>
        <p:spPr>
          <a:xfrm>
            <a:off x="8073048" y="6422854"/>
            <a:ext cx="879759" cy="365125"/>
          </a:xfrm>
        </p:spPr>
        <p:txBody>
          <a:bodyPr/>
          <a:lstStyle/>
          <a:p>
            <a:fld id="{66801AFB-CBC3-4262-985C-2B823B92DD82}" type="slidenum">
              <a:rPr lang="en-US" smtClean="0"/>
              <a:t>‹#›</a:t>
            </a:fld>
            <a:endParaRPr lang="en-US"/>
          </a:p>
        </p:txBody>
      </p:sp>
    </p:spTree>
    <p:extLst>
      <p:ext uri="{BB962C8B-B14F-4D97-AF65-F5344CB8AC3E}">
        <p14:creationId xmlns:p14="http://schemas.microsoft.com/office/powerpoint/2010/main" val="527195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2CAEF781-EDAB-4CBF-94E9-451FDD082148}" type="datetimeFigureOut">
              <a:rPr lang="en-US" smtClean="0"/>
              <a:t>7/11/2023</a:t>
            </a:fld>
            <a:endParaRPr lang="en-US"/>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US"/>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66801AFB-CBC3-4262-985C-2B823B92DD82}" type="slidenum">
              <a:rPr lang="en-US" smtClean="0"/>
              <a:t>‹#›</a:t>
            </a:fld>
            <a:endParaRPr lang="en-US"/>
          </a:p>
        </p:txBody>
      </p:sp>
    </p:spTree>
    <p:extLst>
      <p:ext uri="{BB962C8B-B14F-4D97-AF65-F5344CB8AC3E}">
        <p14:creationId xmlns:p14="http://schemas.microsoft.com/office/powerpoint/2010/main" val="286835037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hyperlink" Target="https://www.facebook.com/hocict.edu.vn"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hyperlink" Target="http://www.microsoft.com/en-us/news/download/presskits/education/docs/IDC_101513.pdf" TargetMode="Externa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B3805-F821-4878-B1CC-DC0A854A6938}"/>
              </a:ext>
            </a:extLst>
          </p:cNvPr>
          <p:cNvSpPr>
            <a:spLocks noGrp="1"/>
          </p:cNvSpPr>
          <p:nvPr>
            <p:ph type="title"/>
          </p:nvPr>
        </p:nvSpPr>
        <p:spPr/>
        <p:txBody>
          <a:bodyPr/>
          <a:lstStyle/>
          <a:p>
            <a:r>
              <a:rPr lang="en-US" dirty="0"/>
              <a:t>ABOUT MOS</a:t>
            </a:r>
          </a:p>
        </p:txBody>
      </p:sp>
      <p:sp>
        <p:nvSpPr>
          <p:cNvPr id="3" name="Content Placeholder 2">
            <a:extLst>
              <a:ext uri="{FF2B5EF4-FFF2-40B4-BE49-F238E27FC236}">
                <a16:creationId xmlns:a16="http://schemas.microsoft.com/office/drawing/2014/main" id="{A220E8B4-A116-4B25-96E1-C31DD60484FA}"/>
              </a:ext>
            </a:extLst>
          </p:cNvPr>
          <p:cNvSpPr>
            <a:spLocks noGrp="1"/>
          </p:cNvSpPr>
          <p:nvPr>
            <p:ph idx="1"/>
          </p:nvPr>
        </p:nvSpPr>
        <p:spPr/>
        <p:txBody>
          <a:bodyPr/>
          <a:lstStyle/>
          <a:p>
            <a:pPr algn="just"/>
            <a:r>
              <a:rPr lang="en-US" dirty="0"/>
              <a:t>At present, individuals with an international MOS (Microsoft Office Specialist) certifications are getting attention from many domestic and foreign companies in employment recruiting, such as major financial institutes, and telecom corporations. Besides, MOS program is being used as a standard curriculum for K1-12 pupils and college students in our country. Since MOS is still new, therefore studying and obtaining the MOS certification is difficult due to some obstacles for the students.</a:t>
            </a:r>
          </a:p>
          <a:p>
            <a:pPr algn="just"/>
            <a:r>
              <a:rPr lang="en-US" dirty="0"/>
              <a:t>Base on my own professional experiences and personal encounters, I will summarize several important topics to keep in mind when studying as well as taking exam for MOS certification. </a:t>
            </a:r>
          </a:p>
          <a:p>
            <a:pPr algn="just"/>
            <a:endParaRPr lang="en-US" dirty="0"/>
          </a:p>
        </p:txBody>
      </p:sp>
    </p:spTree>
    <p:extLst>
      <p:ext uri="{BB962C8B-B14F-4D97-AF65-F5344CB8AC3E}">
        <p14:creationId xmlns:p14="http://schemas.microsoft.com/office/powerpoint/2010/main" val="1762299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4BDC5-E2DB-40E1-AAB9-59696DC75B1B}"/>
              </a:ext>
            </a:extLst>
          </p:cNvPr>
          <p:cNvSpPr>
            <a:spLocks noGrp="1"/>
          </p:cNvSpPr>
          <p:nvPr>
            <p:ph type="ctrTitle"/>
          </p:nvPr>
        </p:nvSpPr>
        <p:spPr>
          <a:xfrm>
            <a:off x="610854" y="2100375"/>
            <a:ext cx="11471565" cy="1739347"/>
          </a:xfrm>
        </p:spPr>
        <p:txBody>
          <a:bodyPr/>
          <a:lstStyle/>
          <a:p>
            <a:r>
              <a:rPr lang="en-US" dirty="0"/>
              <a:t>MICROSOFT OFFICE SPECIALIST</a:t>
            </a:r>
          </a:p>
        </p:txBody>
      </p:sp>
      <p:sp>
        <p:nvSpPr>
          <p:cNvPr id="3" name="Subtitle 2">
            <a:extLst>
              <a:ext uri="{FF2B5EF4-FFF2-40B4-BE49-F238E27FC236}">
                <a16:creationId xmlns:a16="http://schemas.microsoft.com/office/drawing/2014/main" id="{D2ECFAE3-547B-4E2A-834C-61651A168C31}"/>
              </a:ext>
            </a:extLst>
          </p:cNvPr>
          <p:cNvSpPr>
            <a:spLocks noGrp="1"/>
          </p:cNvSpPr>
          <p:nvPr>
            <p:ph type="subTitle" idx="1"/>
          </p:nvPr>
        </p:nvSpPr>
        <p:spPr/>
        <p:txBody>
          <a:bodyPr/>
          <a:lstStyle/>
          <a:p>
            <a:pPr algn="l"/>
            <a:r>
              <a:rPr lang="en-US"/>
              <a:t>Introduce by: </a:t>
            </a:r>
            <a:r>
              <a:rPr lang="en-US">
                <a:solidFill>
                  <a:srgbClr val="FF0000"/>
                </a:solidFill>
              </a:rPr>
              <a:t>Ly Tran Thai Hoc (M.Sc. I.T)</a:t>
            </a:r>
            <a:br>
              <a:rPr lang="en-US">
                <a:solidFill>
                  <a:srgbClr val="FF0000"/>
                </a:solidFill>
              </a:rPr>
            </a:br>
            <a:r>
              <a:rPr lang="en-US"/>
              <a:t>Microsoft Certified Trainer – MOS Master – IC3 GS4 Authorized Educator</a:t>
            </a:r>
            <a:br>
              <a:rPr lang="en-US"/>
            </a:br>
            <a:r>
              <a:rPr lang="en-US"/>
              <a:t>Facebook: </a:t>
            </a:r>
            <a:r>
              <a:rPr lang="en-US">
                <a:hlinkClick r:id="rId4"/>
              </a:rPr>
              <a:t>https://www.facebook.com/hocict.edu.vn</a:t>
            </a:r>
            <a:br>
              <a:rPr lang="en-US"/>
            </a:br>
            <a:r>
              <a:rPr lang="en-US"/>
              <a:t>YouTube: HOCICT Official Channel</a:t>
            </a:r>
            <a:endParaRPr lang="en-US" dirty="0"/>
          </a:p>
        </p:txBody>
      </p:sp>
      <p:pic>
        <p:nvPicPr>
          <p:cNvPr id="4" name="Intro Nonstop">
            <a:hlinkClick r:id="" action="ppaction://media"/>
            <a:extLst>
              <a:ext uri="{FF2B5EF4-FFF2-40B4-BE49-F238E27FC236}">
                <a16:creationId xmlns:a16="http://schemas.microsoft.com/office/drawing/2014/main" id="{97500EC9-0651-4A17-9C0A-1EE2974C93F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48" y="2679231"/>
            <a:ext cx="487363" cy="487363"/>
          </a:xfrm>
          <a:prstGeom prst="rect">
            <a:avLst/>
          </a:prstGeom>
        </p:spPr>
      </p:pic>
    </p:spTree>
    <p:extLst>
      <p:ext uri="{BB962C8B-B14F-4D97-AF65-F5344CB8AC3E}">
        <p14:creationId xmlns:p14="http://schemas.microsoft.com/office/powerpoint/2010/main" val="1671250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520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0C9CE-6A37-4955-B36B-90FEA6CECB8D}"/>
              </a:ext>
            </a:extLst>
          </p:cNvPr>
          <p:cNvSpPr>
            <a:spLocks noGrp="1"/>
          </p:cNvSpPr>
          <p:nvPr>
            <p:ph type="title"/>
          </p:nvPr>
        </p:nvSpPr>
        <p:spPr/>
        <p:txBody>
          <a:bodyPr/>
          <a:lstStyle/>
          <a:p>
            <a:r>
              <a:rPr lang="en-US" dirty="0"/>
              <a:t>What is MOS Certification?</a:t>
            </a:r>
          </a:p>
        </p:txBody>
      </p:sp>
      <p:sp>
        <p:nvSpPr>
          <p:cNvPr id="3" name="Content Placeholder 2">
            <a:extLst>
              <a:ext uri="{FF2B5EF4-FFF2-40B4-BE49-F238E27FC236}">
                <a16:creationId xmlns:a16="http://schemas.microsoft.com/office/drawing/2014/main" id="{0829798C-82CA-4824-B2B9-3A513E8FAD2A}"/>
              </a:ext>
            </a:extLst>
          </p:cNvPr>
          <p:cNvSpPr>
            <a:spLocks noGrp="1"/>
          </p:cNvSpPr>
          <p:nvPr>
            <p:ph sz="half" idx="1"/>
          </p:nvPr>
        </p:nvSpPr>
        <p:spPr/>
        <p:txBody>
          <a:bodyPr/>
          <a:lstStyle/>
          <a:p>
            <a:pPr algn="just"/>
            <a:r>
              <a:rPr lang="en-US" dirty="0"/>
              <a:t>MOS is an abbreviation for Microsoft Office Specialist; it is a certification for advance proficiency skill of each application is Microsoft Office suite. This examination was create by Microsoft and implemented by Certiport (United States) worldwide.</a:t>
            </a:r>
          </a:p>
          <a:p>
            <a:pPr algn="just"/>
            <a:r>
              <a:rPr lang="en-US" dirty="0"/>
              <a:t>MOS Certification is issued by the Microsoft Corporation itself and signed to endorse by the Microsoft’s Chief Executor Officer.</a:t>
            </a:r>
          </a:p>
          <a:p>
            <a:pPr marL="0" indent="0" algn="just">
              <a:buNone/>
            </a:pPr>
            <a:endParaRPr lang="en-US" dirty="0"/>
          </a:p>
        </p:txBody>
      </p:sp>
      <p:pic>
        <p:nvPicPr>
          <p:cNvPr id="6" name="Content Placeholder 5">
            <a:extLst>
              <a:ext uri="{FF2B5EF4-FFF2-40B4-BE49-F238E27FC236}">
                <a16:creationId xmlns:a16="http://schemas.microsoft.com/office/drawing/2014/main" id="{4E0B455A-E8EC-4474-9DD9-2035F25CEFC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a:stretch/>
        </p:blipFill>
        <p:spPr>
          <a:xfrm>
            <a:off x="6230938" y="2277811"/>
            <a:ext cx="4754562" cy="3673979"/>
          </a:xfrm>
        </p:spPr>
      </p:pic>
      <p:sp>
        <p:nvSpPr>
          <p:cNvPr id="4" name="Arrow: Right 3">
            <a:extLst>
              <a:ext uri="{FF2B5EF4-FFF2-40B4-BE49-F238E27FC236}">
                <a16:creationId xmlns:a16="http://schemas.microsoft.com/office/drawing/2014/main" id="{327A8EE6-03D3-F6FF-49EA-BDA44847C082}"/>
              </a:ext>
            </a:extLst>
          </p:cNvPr>
          <p:cNvSpPr/>
          <p:nvPr/>
        </p:nvSpPr>
        <p:spPr>
          <a:xfrm>
            <a:off x="228600" y="2011111"/>
            <a:ext cx="904875" cy="342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B09AFF34-B446-B833-9BCA-245B14684B00}"/>
              </a:ext>
            </a:extLst>
          </p:cNvPr>
          <p:cNvSpPr/>
          <p:nvPr/>
        </p:nvSpPr>
        <p:spPr>
          <a:xfrm>
            <a:off x="228600" y="4303965"/>
            <a:ext cx="904875" cy="342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8321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DBEB2-9E51-4090-B29D-3F0C12DAA473}"/>
              </a:ext>
            </a:extLst>
          </p:cNvPr>
          <p:cNvSpPr>
            <a:spLocks noGrp="1"/>
          </p:cNvSpPr>
          <p:nvPr>
            <p:ph type="title"/>
          </p:nvPr>
        </p:nvSpPr>
        <p:spPr/>
        <p:txBody>
          <a:bodyPr/>
          <a:lstStyle/>
          <a:p>
            <a:r>
              <a:rPr lang="en-US" dirty="0"/>
              <a:t>MOS LEVEL &amp; MOS VERSION</a:t>
            </a:r>
          </a:p>
        </p:txBody>
      </p:sp>
      <p:graphicFrame>
        <p:nvGraphicFramePr>
          <p:cNvPr id="6" name="Content Placeholder 5">
            <a:extLst>
              <a:ext uri="{FF2B5EF4-FFF2-40B4-BE49-F238E27FC236}">
                <a16:creationId xmlns:a16="http://schemas.microsoft.com/office/drawing/2014/main" id="{0083BB13-EA21-4663-8BD1-E43F78BAFDEF}"/>
              </a:ext>
            </a:extLst>
          </p:cNvPr>
          <p:cNvGraphicFramePr>
            <a:graphicFrameLocks noGrp="1"/>
          </p:cNvGraphicFramePr>
          <p:nvPr>
            <p:ph sz="half" idx="1"/>
            <p:extLst>
              <p:ext uri="{D42A27DB-BD31-4B8C-83A1-F6EECF244321}">
                <p14:modId xmlns:p14="http://schemas.microsoft.com/office/powerpoint/2010/main" val="3263119978"/>
              </p:ext>
            </p:extLst>
          </p:nvPr>
        </p:nvGraphicFramePr>
        <p:xfrm>
          <a:off x="561474" y="2011363"/>
          <a:ext cx="5928103" cy="4206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214E9F44-33FF-41EC-86B1-A3DE9ADCDD3E}"/>
              </a:ext>
            </a:extLst>
          </p:cNvPr>
          <p:cNvSpPr txBox="1"/>
          <p:nvPr/>
        </p:nvSpPr>
        <p:spPr>
          <a:xfrm>
            <a:off x="561474" y="5579045"/>
            <a:ext cx="6200736" cy="338554"/>
          </a:xfrm>
          <a:prstGeom prst="rect">
            <a:avLst/>
          </a:prstGeom>
          <a:noFill/>
        </p:spPr>
        <p:txBody>
          <a:bodyPr wrap="none" rtlCol="0">
            <a:spAutoFit/>
          </a:bodyPr>
          <a:lstStyle/>
          <a:p>
            <a:r>
              <a:rPr lang="en-US" sz="800" dirty="0"/>
              <a:t>*Anderson, Cushing, and John F. </a:t>
            </a:r>
            <a:r>
              <a:rPr lang="en-US" sz="800" dirty="0" err="1"/>
              <a:t>Gantz</a:t>
            </a:r>
            <a:r>
              <a:rPr lang="en-US" sz="800" dirty="0"/>
              <a:t>. </a:t>
            </a:r>
            <a:r>
              <a:rPr lang="en-US" sz="800" i="1" dirty="0"/>
              <a:t>Skills Requirements for Tomorrow’s Best Jobs: Helping Educators Provide Students with Skills </a:t>
            </a:r>
          </a:p>
          <a:p>
            <a:r>
              <a:rPr lang="en-US" sz="800" i="1" dirty="0"/>
              <a:t>and Tools They Need.</a:t>
            </a:r>
            <a:r>
              <a:rPr lang="en-US" sz="800" dirty="0"/>
              <a:t> IDC/Microsoft. October 2013. </a:t>
            </a:r>
            <a:r>
              <a:rPr lang="en-US" sz="800" dirty="0">
                <a:hlinkClick r:id="rId7"/>
              </a:rPr>
              <a:t>http://www.microsoft.com/en-us/news/download/presskits/education/docs/IDC_101513.pdf</a:t>
            </a:r>
            <a:endParaRPr lang="en-US" sz="800" dirty="0"/>
          </a:p>
        </p:txBody>
      </p:sp>
      <p:sp>
        <p:nvSpPr>
          <p:cNvPr id="3" name="Content Placeholder 2">
            <a:extLst>
              <a:ext uri="{FF2B5EF4-FFF2-40B4-BE49-F238E27FC236}">
                <a16:creationId xmlns:a16="http://schemas.microsoft.com/office/drawing/2014/main" id="{FFD7C4A8-FAAA-4C15-A06A-5A5D1F5900EA}"/>
              </a:ext>
            </a:extLst>
          </p:cNvPr>
          <p:cNvSpPr>
            <a:spLocks noGrp="1"/>
          </p:cNvSpPr>
          <p:nvPr>
            <p:ph sz="half" idx="2"/>
          </p:nvPr>
        </p:nvSpPr>
        <p:spPr>
          <a:xfrm>
            <a:off x="6762210" y="2330824"/>
            <a:ext cx="4868316" cy="3887096"/>
          </a:xfrm>
        </p:spPr>
        <p:txBody>
          <a:bodyPr/>
          <a:lstStyle/>
          <a:p>
            <a:pPr lvl="0"/>
            <a:r>
              <a:rPr lang="en-US"/>
              <a:t>Microsoft Office 2019</a:t>
            </a:r>
          </a:p>
          <a:p>
            <a:pPr lvl="0"/>
            <a:r>
              <a:rPr lang="en-US"/>
              <a:t>Microsoft </a:t>
            </a:r>
            <a:r>
              <a:rPr lang="en-US" dirty="0"/>
              <a:t>Office 2016</a:t>
            </a:r>
          </a:p>
          <a:p>
            <a:pPr lvl="0"/>
            <a:r>
              <a:rPr lang="en-US" dirty="0"/>
              <a:t>Microsoft Office 2013</a:t>
            </a:r>
          </a:p>
          <a:p>
            <a:pPr lvl="0"/>
            <a:r>
              <a:rPr lang="en-US" dirty="0"/>
              <a:t>Microsoft Office 2010</a:t>
            </a:r>
          </a:p>
          <a:p>
            <a:pPr lvl="0"/>
            <a:r>
              <a:rPr lang="en-US" dirty="0"/>
              <a:t>Microsoft Office 2007</a:t>
            </a:r>
          </a:p>
        </p:txBody>
      </p:sp>
      <p:sp>
        <p:nvSpPr>
          <p:cNvPr id="5" name="Star: 5 Points 4">
            <a:extLst>
              <a:ext uri="{FF2B5EF4-FFF2-40B4-BE49-F238E27FC236}">
                <a16:creationId xmlns:a16="http://schemas.microsoft.com/office/drawing/2014/main" id="{F9AA7B42-FEE2-4FFC-ABC6-8C1F0AAFC255}"/>
              </a:ext>
            </a:extLst>
          </p:cNvPr>
          <p:cNvSpPr/>
          <p:nvPr/>
        </p:nvSpPr>
        <p:spPr>
          <a:xfrm>
            <a:off x="4663672" y="4165592"/>
            <a:ext cx="1825905" cy="130424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7358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C561B-9F7F-4275-8845-BF3577EBFB0D}"/>
              </a:ext>
            </a:extLst>
          </p:cNvPr>
          <p:cNvSpPr>
            <a:spLocks noGrp="1"/>
          </p:cNvSpPr>
          <p:nvPr>
            <p:ph type="title"/>
          </p:nvPr>
        </p:nvSpPr>
        <p:spPr/>
        <p:txBody>
          <a:bodyPr/>
          <a:lstStyle/>
          <a:p>
            <a:r>
              <a:rPr lang="en-US" dirty="0"/>
              <a:t>Who issue MOS Certification?</a:t>
            </a:r>
          </a:p>
        </p:txBody>
      </p:sp>
      <p:pic>
        <p:nvPicPr>
          <p:cNvPr id="6" name="Content Placeholder 5">
            <a:extLst>
              <a:ext uri="{FF2B5EF4-FFF2-40B4-BE49-F238E27FC236}">
                <a16:creationId xmlns:a16="http://schemas.microsoft.com/office/drawing/2014/main" id="{36B16B0A-758A-4F1F-91DE-60E051BEB50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204913" y="3049286"/>
            <a:ext cx="4754562" cy="2131029"/>
          </a:xfrm>
        </p:spPr>
      </p:pic>
      <p:sp>
        <p:nvSpPr>
          <p:cNvPr id="4" name="Content Placeholder 3">
            <a:extLst>
              <a:ext uri="{FF2B5EF4-FFF2-40B4-BE49-F238E27FC236}">
                <a16:creationId xmlns:a16="http://schemas.microsoft.com/office/drawing/2014/main" id="{0172B118-5243-4C32-B8F3-199F3E80CDFE}"/>
              </a:ext>
            </a:extLst>
          </p:cNvPr>
          <p:cNvSpPr>
            <a:spLocks noGrp="1"/>
          </p:cNvSpPr>
          <p:nvPr>
            <p:ph sz="half" idx="2"/>
          </p:nvPr>
        </p:nvSpPr>
        <p:spPr/>
        <p:txBody>
          <a:bodyPr/>
          <a:lstStyle/>
          <a:p>
            <a:r>
              <a:rPr lang="en-US" dirty="0"/>
              <a:t>MOS Certification is issued by the Microsoft Corporation itself and signed to endorse by the Microsoft’s Chief Executor Officer.</a:t>
            </a:r>
          </a:p>
          <a:p>
            <a:pPr marL="0" indent="0">
              <a:buNone/>
            </a:pPr>
            <a:endParaRPr lang="en-US" dirty="0"/>
          </a:p>
        </p:txBody>
      </p:sp>
      <p:sp>
        <p:nvSpPr>
          <p:cNvPr id="3" name="Cloud 2">
            <a:extLst>
              <a:ext uri="{FF2B5EF4-FFF2-40B4-BE49-F238E27FC236}">
                <a16:creationId xmlns:a16="http://schemas.microsoft.com/office/drawing/2014/main" id="{9D35C6DB-047A-DB04-139F-835D3CE052C7}"/>
              </a:ext>
            </a:extLst>
          </p:cNvPr>
          <p:cNvSpPr>
            <a:spLocks/>
          </p:cNvSpPr>
          <p:nvPr/>
        </p:nvSpPr>
        <p:spPr>
          <a:xfrm>
            <a:off x="7223759" y="4328160"/>
            <a:ext cx="2158366" cy="96012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International Certificate</a:t>
            </a:r>
          </a:p>
        </p:txBody>
      </p:sp>
    </p:spTree>
    <p:extLst>
      <p:ext uri="{BB962C8B-B14F-4D97-AF65-F5344CB8AC3E}">
        <p14:creationId xmlns:p14="http://schemas.microsoft.com/office/powerpoint/2010/main" val="680963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Student Benefits</a:t>
            </a:r>
          </a:p>
        </p:txBody>
      </p:sp>
      <p:sp>
        <p:nvSpPr>
          <p:cNvPr id="3" name="Content Placeholder 2"/>
          <p:cNvSpPr>
            <a:spLocks noGrp="1"/>
          </p:cNvSpPr>
          <p:nvPr>
            <p:ph idx="1"/>
          </p:nvPr>
        </p:nvSpPr>
        <p:spPr/>
        <p:txBody>
          <a:bodyPr>
            <a:normAutofit/>
          </a:bodyPr>
          <a:lstStyle/>
          <a:p>
            <a:r>
              <a:rPr lang="en-US" dirty="0"/>
              <a:t>Certifications help:</a:t>
            </a:r>
          </a:p>
          <a:p>
            <a:pPr lvl="1"/>
            <a:r>
              <a:rPr lang="en-US" dirty="0"/>
              <a:t>Differentiate yourself in today's competitive job market</a:t>
            </a:r>
          </a:p>
          <a:p>
            <a:pPr lvl="1"/>
            <a:r>
              <a:rPr lang="en-US" dirty="0"/>
              <a:t>Broaden your employment opportunities by displaying your advanced skills</a:t>
            </a:r>
          </a:p>
          <a:p>
            <a:pPr lvl="1"/>
            <a:r>
              <a:rPr lang="en-US" dirty="0"/>
              <a:t>Result in higher earning potential</a:t>
            </a:r>
          </a:p>
          <a:p>
            <a:pPr lvl="1"/>
            <a:r>
              <a:rPr lang="en-US" dirty="0"/>
              <a:t>Added plus on your resume</a:t>
            </a:r>
          </a:p>
          <a:p>
            <a:r>
              <a:rPr lang="en-US" dirty="0"/>
              <a:t>There is a global need for people highly skilled in Microsoft technologies, and Microsoft Certifications are the credentials you need to impress employers!</a:t>
            </a:r>
          </a:p>
          <a:p>
            <a:r>
              <a:rPr lang="en-US" dirty="0"/>
              <a:t>Some colleges or universities recognize this certification and can be applied to credits earned. </a:t>
            </a:r>
          </a:p>
          <a:p>
            <a:r>
              <a:rPr lang="en-US" dirty="0"/>
              <a:t>A chance to enter into the World Wide Competition and compete among your peer groups from around the World.</a:t>
            </a:r>
          </a:p>
          <a:p>
            <a:endParaRPr lang="en-US" dirty="0"/>
          </a:p>
        </p:txBody>
      </p:sp>
    </p:spTree>
    <p:extLst>
      <p:ext uri="{BB962C8B-B14F-4D97-AF65-F5344CB8AC3E}">
        <p14:creationId xmlns:p14="http://schemas.microsoft.com/office/powerpoint/2010/main" val="4246263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a:t>MOS Mapping to Key Job Roles by Application </a:t>
            </a:r>
          </a:p>
        </p:txBody>
      </p:sp>
      <p:pic>
        <p:nvPicPr>
          <p:cNvPr id="1026" name="Picture 83" descr="image001"/>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1619250" y="2065821"/>
            <a:ext cx="8972550"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Table 3"/>
          <p:cNvGraphicFramePr>
            <a:graphicFrameLocks noGrp="1"/>
          </p:cNvGraphicFramePr>
          <p:nvPr>
            <p:extLst>
              <p:ext uri="{D42A27DB-BD31-4B8C-83A1-F6EECF244321}">
                <p14:modId xmlns:p14="http://schemas.microsoft.com/office/powerpoint/2010/main" val="2076274490"/>
              </p:ext>
            </p:extLst>
          </p:nvPr>
        </p:nvGraphicFramePr>
        <p:xfrm>
          <a:off x="1619250" y="4071150"/>
          <a:ext cx="8972550" cy="2297430"/>
        </p:xfrm>
        <a:graphic>
          <a:graphicData uri="http://schemas.openxmlformats.org/drawingml/2006/table">
            <a:tbl>
              <a:tblPr bandRow="1">
                <a:tableStyleId>{5C22544A-7EE6-4342-B048-85BDC9FD1C3A}</a:tableStyleId>
              </a:tblPr>
              <a:tblGrid>
                <a:gridCol w="1114425">
                  <a:extLst>
                    <a:ext uri="{9D8B030D-6E8A-4147-A177-3AD203B41FA5}">
                      <a16:colId xmlns:a16="http://schemas.microsoft.com/office/drawing/2014/main" val="20000"/>
                    </a:ext>
                  </a:extLst>
                </a:gridCol>
                <a:gridCol w="847725">
                  <a:extLst>
                    <a:ext uri="{9D8B030D-6E8A-4147-A177-3AD203B41FA5}">
                      <a16:colId xmlns:a16="http://schemas.microsoft.com/office/drawing/2014/main" val="20001"/>
                    </a:ext>
                  </a:extLst>
                </a:gridCol>
                <a:gridCol w="885825">
                  <a:extLst>
                    <a:ext uri="{9D8B030D-6E8A-4147-A177-3AD203B41FA5}">
                      <a16:colId xmlns:a16="http://schemas.microsoft.com/office/drawing/2014/main" val="20002"/>
                    </a:ext>
                  </a:extLst>
                </a:gridCol>
                <a:gridCol w="885825">
                  <a:extLst>
                    <a:ext uri="{9D8B030D-6E8A-4147-A177-3AD203B41FA5}">
                      <a16:colId xmlns:a16="http://schemas.microsoft.com/office/drawing/2014/main" val="20003"/>
                    </a:ext>
                  </a:extLst>
                </a:gridCol>
                <a:gridCol w="866775">
                  <a:extLst>
                    <a:ext uri="{9D8B030D-6E8A-4147-A177-3AD203B41FA5}">
                      <a16:colId xmlns:a16="http://schemas.microsoft.com/office/drawing/2014/main" val="20004"/>
                    </a:ext>
                  </a:extLst>
                </a:gridCol>
                <a:gridCol w="876300">
                  <a:extLst>
                    <a:ext uri="{9D8B030D-6E8A-4147-A177-3AD203B41FA5}">
                      <a16:colId xmlns:a16="http://schemas.microsoft.com/office/drawing/2014/main" val="20005"/>
                    </a:ext>
                  </a:extLst>
                </a:gridCol>
                <a:gridCol w="895350">
                  <a:extLst>
                    <a:ext uri="{9D8B030D-6E8A-4147-A177-3AD203B41FA5}">
                      <a16:colId xmlns:a16="http://schemas.microsoft.com/office/drawing/2014/main" val="20006"/>
                    </a:ext>
                  </a:extLst>
                </a:gridCol>
                <a:gridCol w="895350">
                  <a:extLst>
                    <a:ext uri="{9D8B030D-6E8A-4147-A177-3AD203B41FA5}">
                      <a16:colId xmlns:a16="http://schemas.microsoft.com/office/drawing/2014/main" val="20007"/>
                    </a:ext>
                  </a:extLst>
                </a:gridCol>
                <a:gridCol w="857250">
                  <a:extLst>
                    <a:ext uri="{9D8B030D-6E8A-4147-A177-3AD203B41FA5}">
                      <a16:colId xmlns:a16="http://schemas.microsoft.com/office/drawing/2014/main" val="20008"/>
                    </a:ext>
                  </a:extLst>
                </a:gridCol>
                <a:gridCol w="847725">
                  <a:extLst>
                    <a:ext uri="{9D8B030D-6E8A-4147-A177-3AD203B41FA5}">
                      <a16:colId xmlns:a16="http://schemas.microsoft.com/office/drawing/2014/main" val="20009"/>
                    </a:ext>
                  </a:extLst>
                </a:gridCol>
              </a:tblGrid>
              <a:tr h="1203325">
                <a:tc>
                  <a:txBody>
                    <a:bodyPr/>
                    <a:lstStyle/>
                    <a:p>
                      <a:r>
                        <a:rPr lang="en-US" sz="1050" b="1" kern="1200" dirty="0">
                          <a:solidFill>
                            <a:schemeClr val="accent6"/>
                          </a:solidFill>
                          <a:latin typeface="Segoe UI" pitchFamily="34" charset="0"/>
                          <a:ea typeface="Segoe UI" pitchFamily="34" charset="0"/>
                          <a:cs typeface="Segoe UI" pitchFamily="34" charset="0"/>
                        </a:rPr>
                        <a:t>Specialist</a:t>
                      </a:r>
                    </a:p>
                    <a:p>
                      <a:pPr>
                        <a:spcAft>
                          <a:spcPts val="300"/>
                        </a:spcAft>
                      </a:pPr>
                      <a:r>
                        <a:rPr lang="en-US" sz="1050" b="1" kern="1200" baseline="0" dirty="0">
                          <a:solidFill>
                            <a:schemeClr val="accent6"/>
                          </a:solidFill>
                          <a:latin typeface="Segoe UI" pitchFamily="34" charset="0"/>
                          <a:ea typeface="Segoe UI" pitchFamily="34" charset="0"/>
                          <a:cs typeface="Segoe UI" pitchFamily="34" charset="0"/>
                        </a:rPr>
                        <a:t>    </a:t>
                      </a:r>
                      <a:r>
                        <a:rPr lang="en-US" sz="1050" b="0" kern="1200" baseline="0" dirty="0">
                          <a:solidFill>
                            <a:schemeClr val="accent6"/>
                          </a:solidFill>
                          <a:latin typeface="Segoe UI" pitchFamily="34" charset="0"/>
                          <a:ea typeface="Segoe UI" pitchFamily="34" charset="0"/>
                          <a:cs typeface="Segoe UI" pitchFamily="34" charset="0"/>
                        </a:rPr>
                        <a:t>Word</a:t>
                      </a:r>
                    </a:p>
                    <a:p>
                      <a:pPr>
                        <a:spcAft>
                          <a:spcPts val="300"/>
                        </a:spcAft>
                      </a:pPr>
                      <a:r>
                        <a:rPr lang="en-US" sz="1050" b="0" kern="1200" baseline="0" dirty="0">
                          <a:solidFill>
                            <a:schemeClr val="accent6"/>
                          </a:solidFill>
                          <a:latin typeface="Segoe UI" pitchFamily="34" charset="0"/>
                          <a:ea typeface="Segoe UI" pitchFamily="34" charset="0"/>
                          <a:cs typeface="Segoe UI" pitchFamily="34" charset="0"/>
                        </a:rPr>
                        <a:t>    Excel</a:t>
                      </a:r>
                    </a:p>
                    <a:p>
                      <a:pPr>
                        <a:spcAft>
                          <a:spcPts val="300"/>
                        </a:spcAft>
                      </a:pPr>
                      <a:r>
                        <a:rPr lang="en-US" sz="1050" b="0" kern="1200" baseline="0" dirty="0">
                          <a:solidFill>
                            <a:schemeClr val="accent6"/>
                          </a:solidFill>
                          <a:latin typeface="Segoe UI" pitchFamily="34" charset="0"/>
                          <a:ea typeface="Segoe UI" pitchFamily="34" charset="0"/>
                          <a:cs typeface="Segoe UI" pitchFamily="34" charset="0"/>
                        </a:rPr>
                        <a:t>    PowerPoint</a:t>
                      </a:r>
                    </a:p>
                    <a:p>
                      <a:pPr>
                        <a:spcAft>
                          <a:spcPts val="300"/>
                        </a:spcAft>
                      </a:pPr>
                      <a:r>
                        <a:rPr lang="en-US" sz="1050" b="0" kern="1200" baseline="0" dirty="0">
                          <a:solidFill>
                            <a:schemeClr val="accent6"/>
                          </a:solidFill>
                          <a:latin typeface="Segoe UI" pitchFamily="34" charset="0"/>
                          <a:ea typeface="Segoe UI" pitchFamily="34" charset="0"/>
                          <a:cs typeface="Segoe UI" pitchFamily="34" charset="0"/>
                        </a:rPr>
                        <a:t>    Outlook</a:t>
                      </a:r>
                    </a:p>
                    <a:p>
                      <a:pPr>
                        <a:spcAft>
                          <a:spcPts val="300"/>
                        </a:spcAft>
                      </a:pPr>
                      <a:r>
                        <a:rPr lang="en-US" sz="1050" b="0" kern="1200" baseline="0" dirty="0">
                          <a:solidFill>
                            <a:schemeClr val="accent6"/>
                          </a:solidFill>
                          <a:latin typeface="Segoe UI" pitchFamily="34" charset="0"/>
                          <a:ea typeface="Segoe UI" pitchFamily="34" charset="0"/>
                          <a:cs typeface="Segoe UI" pitchFamily="34" charset="0"/>
                        </a:rPr>
                        <a:t>    Access</a:t>
                      </a:r>
                    </a:p>
                    <a:p>
                      <a:pPr>
                        <a:spcAft>
                          <a:spcPts val="300"/>
                        </a:spcAft>
                      </a:pPr>
                      <a:r>
                        <a:rPr lang="en-US" sz="1050" b="0" kern="1200" baseline="0" dirty="0">
                          <a:solidFill>
                            <a:schemeClr val="accent6"/>
                          </a:solidFill>
                          <a:latin typeface="Segoe UI" pitchFamily="34" charset="0"/>
                          <a:ea typeface="Segoe UI" pitchFamily="34" charset="0"/>
                          <a:cs typeface="Segoe UI" pitchFamily="34" charset="0"/>
                        </a:rPr>
                        <a:t>    SharePoint</a:t>
                      </a:r>
                      <a:endParaRPr lang="en-US" sz="1050" b="0" kern="1200" dirty="0">
                        <a:solidFill>
                          <a:schemeClr val="accent6"/>
                        </a:solidFill>
                        <a:latin typeface="Segoe UI" pitchFamily="34" charset="0"/>
                        <a:ea typeface="Segoe UI" pitchFamily="34" charset="0"/>
                        <a:cs typeface="Segoe UI" pitchFamily="34" charset="0"/>
                      </a:endParaRPr>
                    </a:p>
                  </a:txBody>
                  <a:tcPr/>
                </a:tc>
                <a:tc>
                  <a:txBody>
                    <a:bodyPr/>
                    <a:lstStyle/>
                    <a:p>
                      <a:endParaRPr lang="en-US" sz="1200" dirty="0"/>
                    </a:p>
                  </a:txBody>
                  <a:tcPr/>
                </a:tc>
                <a:tc>
                  <a:txBody>
                    <a:bodyPr/>
                    <a:lstStyle/>
                    <a:p>
                      <a:endParaRPr lang="en-US" sz="1200" dirty="0"/>
                    </a:p>
                  </a:txBody>
                  <a:tcPr/>
                </a:tc>
                <a:tc>
                  <a:txBody>
                    <a:bodyPr/>
                    <a:lstStyle/>
                    <a:p>
                      <a:endParaRPr lang="en-US" sz="1200" dirty="0"/>
                    </a:p>
                  </a:txBody>
                  <a:tcPr/>
                </a:tc>
                <a:tc>
                  <a:txBody>
                    <a:bodyPr/>
                    <a:lstStyle/>
                    <a:p>
                      <a:endParaRPr lang="en-US" sz="1200" dirty="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dirty="0"/>
                    </a:p>
                  </a:txBody>
                  <a:tcPr/>
                </a:tc>
                <a:extLst>
                  <a:ext uri="{0D108BD9-81ED-4DB2-BD59-A6C34878D82A}">
                    <a16:rowId xmlns:a16="http://schemas.microsoft.com/office/drawing/2014/main" val="10000"/>
                  </a:ext>
                </a:extLst>
              </a:tr>
              <a:tr h="572770">
                <a:tc>
                  <a:txBody>
                    <a:bodyPr/>
                    <a:lstStyle/>
                    <a:p>
                      <a:r>
                        <a:rPr lang="en-US" sz="1050" b="1" kern="1200" dirty="0">
                          <a:solidFill>
                            <a:schemeClr val="accent6"/>
                          </a:solidFill>
                          <a:latin typeface="Segoe UI" pitchFamily="34" charset="0"/>
                          <a:ea typeface="Segoe UI" pitchFamily="34" charset="0"/>
                          <a:cs typeface="Segoe UI" pitchFamily="34" charset="0"/>
                        </a:rPr>
                        <a:t>Expert</a:t>
                      </a:r>
                    </a:p>
                    <a:p>
                      <a:pPr>
                        <a:spcAft>
                          <a:spcPts val="300"/>
                        </a:spcAft>
                      </a:pPr>
                      <a:r>
                        <a:rPr lang="en-US" sz="1050" b="1" kern="1200" dirty="0">
                          <a:solidFill>
                            <a:schemeClr val="accent6"/>
                          </a:solidFill>
                          <a:latin typeface="Segoe UI" pitchFamily="34" charset="0"/>
                          <a:ea typeface="Segoe UI" pitchFamily="34" charset="0"/>
                          <a:cs typeface="Segoe UI" pitchFamily="34" charset="0"/>
                        </a:rPr>
                        <a:t>    </a:t>
                      </a:r>
                      <a:r>
                        <a:rPr lang="en-US" sz="1050" b="0" kern="1200" dirty="0">
                          <a:solidFill>
                            <a:schemeClr val="accent6"/>
                          </a:solidFill>
                          <a:latin typeface="Segoe UI" pitchFamily="34" charset="0"/>
                          <a:ea typeface="Segoe UI" pitchFamily="34" charset="0"/>
                          <a:cs typeface="Segoe UI" pitchFamily="34" charset="0"/>
                        </a:rPr>
                        <a:t>Word</a:t>
                      </a:r>
                    </a:p>
                    <a:p>
                      <a:pPr>
                        <a:spcAft>
                          <a:spcPts val="300"/>
                        </a:spcAft>
                      </a:pPr>
                      <a:r>
                        <a:rPr lang="en-US" sz="1050" b="0" kern="1200" dirty="0">
                          <a:solidFill>
                            <a:schemeClr val="accent6"/>
                          </a:solidFill>
                          <a:latin typeface="Segoe UI" pitchFamily="34" charset="0"/>
                          <a:ea typeface="Segoe UI" pitchFamily="34" charset="0"/>
                          <a:cs typeface="Segoe UI" pitchFamily="34" charset="0"/>
                        </a:rPr>
                        <a:t>    Excel</a:t>
                      </a:r>
                    </a:p>
                  </a:txBody>
                  <a:tcPr/>
                </a:tc>
                <a:tc>
                  <a:txBody>
                    <a:bodyPr/>
                    <a:lstStyle/>
                    <a:p>
                      <a:endParaRPr lang="en-US" sz="1200"/>
                    </a:p>
                  </a:txBody>
                  <a:tcPr/>
                </a:tc>
                <a:tc>
                  <a:txBody>
                    <a:bodyPr/>
                    <a:lstStyle/>
                    <a:p>
                      <a:endParaRPr lang="en-US" sz="1200" dirty="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10001"/>
                  </a:ext>
                </a:extLst>
              </a:tr>
              <a:tr h="285750">
                <a:tc>
                  <a:txBody>
                    <a:bodyPr/>
                    <a:lstStyle/>
                    <a:p>
                      <a:r>
                        <a:rPr lang="en-US" sz="1050" b="1" kern="1200" dirty="0">
                          <a:solidFill>
                            <a:schemeClr val="accent6"/>
                          </a:solidFill>
                          <a:latin typeface="Segoe UI" pitchFamily="34" charset="0"/>
                          <a:ea typeface="Segoe UI" pitchFamily="34" charset="0"/>
                          <a:cs typeface="Segoe UI" pitchFamily="34" charset="0"/>
                        </a:rPr>
                        <a:t>*Master</a:t>
                      </a:r>
                    </a:p>
                  </a:txBody>
                  <a:tcPr/>
                </a:tc>
                <a:tc>
                  <a:txBody>
                    <a:bodyPr/>
                    <a:lstStyle/>
                    <a:p>
                      <a:endParaRPr lang="en-US" sz="1200" dirty="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dirty="0"/>
                    </a:p>
                  </a:txBody>
                  <a:tcPr/>
                </a:tc>
                <a:tc>
                  <a:txBody>
                    <a:bodyPr/>
                    <a:lstStyle/>
                    <a:p>
                      <a:endParaRPr lang="en-US" sz="1200"/>
                    </a:p>
                  </a:txBody>
                  <a:tcPr/>
                </a:tc>
                <a:tc>
                  <a:txBody>
                    <a:bodyPr/>
                    <a:lstStyle/>
                    <a:p>
                      <a:endParaRPr lang="en-US" sz="1200"/>
                    </a:p>
                  </a:txBody>
                  <a:tcPr/>
                </a:tc>
                <a:tc>
                  <a:txBody>
                    <a:bodyPr/>
                    <a:lstStyle/>
                    <a:p>
                      <a:endParaRPr lang="en-US" sz="1200" dirty="0"/>
                    </a:p>
                  </a:txBody>
                  <a:tcPr/>
                </a:tc>
                <a:extLst>
                  <a:ext uri="{0D108BD9-81ED-4DB2-BD59-A6C34878D82A}">
                    <a16:rowId xmlns:a16="http://schemas.microsoft.com/office/drawing/2014/main" val="10002"/>
                  </a:ext>
                </a:extLst>
              </a:tr>
            </a:tbl>
          </a:graphicData>
        </a:graphic>
      </p:graphicFrame>
      <p:sp>
        <p:nvSpPr>
          <p:cNvPr id="6" name="Multiply 5"/>
          <p:cNvSpPr/>
          <p:nvPr/>
        </p:nvSpPr>
        <p:spPr>
          <a:xfrm>
            <a:off x="6565293" y="5916431"/>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7" name="Multiply 6"/>
          <p:cNvSpPr/>
          <p:nvPr/>
        </p:nvSpPr>
        <p:spPr>
          <a:xfrm>
            <a:off x="3860193" y="4287656"/>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9" name="Multiply 8"/>
          <p:cNvSpPr/>
          <p:nvPr/>
        </p:nvSpPr>
        <p:spPr>
          <a:xfrm>
            <a:off x="7423826" y="5918940"/>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10" name="Multiply 9"/>
          <p:cNvSpPr/>
          <p:nvPr/>
        </p:nvSpPr>
        <p:spPr>
          <a:xfrm>
            <a:off x="10052726" y="6157065"/>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11" name="Multiply 10"/>
          <p:cNvSpPr/>
          <p:nvPr/>
        </p:nvSpPr>
        <p:spPr>
          <a:xfrm>
            <a:off x="4746018" y="4287656"/>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12" name="Multiply 11"/>
          <p:cNvSpPr/>
          <p:nvPr/>
        </p:nvSpPr>
        <p:spPr>
          <a:xfrm>
            <a:off x="5650893" y="4287656"/>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13" name="Multiply 12"/>
          <p:cNvSpPr/>
          <p:nvPr/>
        </p:nvSpPr>
        <p:spPr>
          <a:xfrm>
            <a:off x="8319176" y="6171154"/>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14" name="Multiply 13"/>
          <p:cNvSpPr/>
          <p:nvPr/>
        </p:nvSpPr>
        <p:spPr>
          <a:xfrm>
            <a:off x="9175142" y="5706880"/>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15" name="Multiply 14"/>
          <p:cNvSpPr/>
          <p:nvPr/>
        </p:nvSpPr>
        <p:spPr>
          <a:xfrm>
            <a:off x="3042326" y="6157121"/>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cxnSp>
        <p:nvCxnSpPr>
          <p:cNvPr id="5" name="Straight Connector 4"/>
          <p:cNvCxnSpPr/>
          <p:nvPr/>
        </p:nvCxnSpPr>
        <p:spPr>
          <a:xfrm>
            <a:off x="1828800" y="4287655"/>
            <a:ext cx="8763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828801" y="4468630"/>
            <a:ext cx="875347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819275" y="4678180"/>
            <a:ext cx="8763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828800" y="4878205"/>
            <a:ext cx="8763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1828801" y="5087755"/>
            <a:ext cx="875347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828800" y="5278255"/>
            <a:ext cx="8763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828801" y="5706880"/>
            <a:ext cx="875347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828801" y="5887855"/>
            <a:ext cx="875347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4" name="Multiply 33"/>
          <p:cNvSpPr/>
          <p:nvPr/>
        </p:nvSpPr>
        <p:spPr>
          <a:xfrm>
            <a:off x="3869718" y="4478156"/>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35" name="Multiply 34"/>
          <p:cNvSpPr/>
          <p:nvPr/>
        </p:nvSpPr>
        <p:spPr>
          <a:xfrm>
            <a:off x="4755543" y="4478156"/>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36" name="Multiply 35"/>
          <p:cNvSpPr/>
          <p:nvPr/>
        </p:nvSpPr>
        <p:spPr>
          <a:xfrm>
            <a:off x="5660418" y="4478156"/>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37" name="Multiply 36"/>
          <p:cNvSpPr/>
          <p:nvPr/>
        </p:nvSpPr>
        <p:spPr>
          <a:xfrm>
            <a:off x="3872285" y="4688161"/>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38" name="Multiply 37"/>
          <p:cNvSpPr/>
          <p:nvPr/>
        </p:nvSpPr>
        <p:spPr>
          <a:xfrm>
            <a:off x="4758110" y="4688161"/>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39" name="Multiply 38"/>
          <p:cNvSpPr/>
          <p:nvPr/>
        </p:nvSpPr>
        <p:spPr>
          <a:xfrm>
            <a:off x="5662985" y="4688161"/>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40" name="Multiply 39"/>
          <p:cNvSpPr/>
          <p:nvPr/>
        </p:nvSpPr>
        <p:spPr>
          <a:xfrm>
            <a:off x="3881810" y="4897711"/>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41" name="Multiply 40"/>
          <p:cNvSpPr/>
          <p:nvPr/>
        </p:nvSpPr>
        <p:spPr>
          <a:xfrm>
            <a:off x="4767635" y="4897711"/>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42" name="Multiply 41"/>
          <p:cNvSpPr/>
          <p:nvPr/>
        </p:nvSpPr>
        <p:spPr>
          <a:xfrm>
            <a:off x="5672510" y="4897711"/>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43" name="Multiply 42"/>
          <p:cNvSpPr/>
          <p:nvPr/>
        </p:nvSpPr>
        <p:spPr>
          <a:xfrm>
            <a:off x="3895185" y="5278256"/>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44" name="Multiply 43"/>
          <p:cNvSpPr/>
          <p:nvPr/>
        </p:nvSpPr>
        <p:spPr>
          <a:xfrm>
            <a:off x="4781010" y="5278256"/>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45" name="Multiply 44"/>
          <p:cNvSpPr/>
          <p:nvPr/>
        </p:nvSpPr>
        <p:spPr>
          <a:xfrm>
            <a:off x="5685885" y="5278256"/>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46" name="Multiply 45"/>
          <p:cNvSpPr/>
          <p:nvPr/>
        </p:nvSpPr>
        <p:spPr>
          <a:xfrm>
            <a:off x="6557051" y="4688160"/>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47" name="Multiply 46"/>
          <p:cNvSpPr/>
          <p:nvPr/>
        </p:nvSpPr>
        <p:spPr>
          <a:xfrm>
            <a:off x="6557049" y="4917215"/>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48" name="Multiply 47"/>
          <p:cNvSpPr/>
          <p:nvPr/>
        </p:nvSpPr>
        <p:spPr>
          <a:xfrm>
            <a:off x="6557050" y="5107715"/>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49" name="Multiply 48"/>
          <p:cNvSpPr/>
          <p:nvPr/>
        </p:nvSpPr>
        <p:spPr>
          <a:xfrm>
            <a:off x="6565293" y="5292345"/>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50" name="Multiply 49"/>
          <p:cNvSpPr/>
          <p:nvPr/>
        </p:nvSpPr>
        <p:spPr>
          <a:xfrm>
            <a:off x="7423826" y="4688159"/>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51" name="Multiply 50"/>
          <p:cNvSpPr/>
          <p:nvPr/>
        </p:nvSpPr>
        <p:spPr>
          <a:xfrm>
            <a:off x="7423826" y="4912255"/>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52" name="Multiply 51"/>
          <p:cNvSpPr/>
          <p:nvPr/>
        </p:nvSpPr>
        <p:spPr>
          <a:xfrm>
            <a:off x="7423826" y="5102697"/>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53" name="Multiply 52"/>
          <p:cNvSpPr/>
          <p:nvPr/>
        </p:nvSpPr>
        <p:spPr>
          <a:xfrm>
            <a:off x="7423825" y="5278768"/>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55" name="Multiply 54"/>
          <p:cNvSpPr/>
          <p:nvPr/>
        </p:nvSpPr>
        <p:spPr>
          <a:xfrm>
            <a:off x="9165616" y="4468631"/>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56" name="Multiply 55"/>
          <p:cNvSpPr/>
          <p:nvPr/>
        </p:nvSpPr>
        <p:spPr>
          <a:xfrm>
            <a:off x="9175142" y="4691126"/>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57" name="Multiply 56"/>
          <p:cNvSpPr/>
          <p:nvPr/>
        </p:nvSpPr>
        <p:spPr>
          <a:xfrm>
            <a:off x="9175142" y="4897710"/>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58" name="Multiply 57"/>
          <p:cNvSpPr/>
          <p:nvPr/>
        </p:nvSpPr>
        <p:spPr>
          <a:xfrm>
            <a:off x="9178992" y="5278767"/>
            <a:ext cx="226033" cy="175559"/>
          </a:xfrm>
          <a:prstGeom prst="mathMultiply">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1025" name="TextBox 1024"/>
          <p:cNvSpPr txBox="1"/>
          <p:nvPr/>
        </p:nvSpPr>
        <p:spPr>
          <a:xfrm>
            <a:off x="1619250" y="6339093"/>
            <a:ext cx="6385600" cy="261610"/>
          </a:xfrm>
          <a:prstGeom prst="rect">
            <a:avLst/>
          </a:prstGeom>
          <a:noFill/>
        </p:spPr>
        <p:txBody>
          <a:bodyPr wrap="square" rtlCol="0">
            <a:spAutoFit/>
          </a:bodyPr>
          <a:lstStyle/>
          <a:p>
            <a:r>
              <a:rPr lang="en-US" sz="1050" dirty="0">
                <a:solidFill>
                  <a:srgbClr val="717171"/>
                </a:solidFill>
                <a:latin typeface="Arial" pitchFamily="34" charset="0"/>
                <a:cs typeface="Arial" pitchFamily="34" charset="0"/>
              </a:rPr>
              <a:t>*Master Cert requires Word Expert, Excel Expert, PowerPoint, and either Outlook or Access </a:t>
            </a:r>
          </a:p>
        </p:txBody>
      </p:sp>
    </p:spTree>
    <p:extLst>
      <p:ext uri="{BB962C8B-B14F-4D97-AF65-F5344CB8AC3E}">
        <p14:creationId xmlns:p14="http://schemas.microsoft.com/office/powerpoint/2010/main" val="3617235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Certificate</a:t>
            </a:r>
          </a:p>
        </p:txBody>
      </p:sp>
      <p:pic>
        <p:nvPicPr>
          <p:cNvPr id="8" name="Content Placeholder 7">
            <a:extLst>
              <a:ext uri="{FF2B5EF4-FFF2-40B4-BE49-F238E27FC236}">
                <a16:creationId xmlns:a16="http://schemas.microsoft.com/office/drawing/2014/main" id="{2F278E9F-65AB-4CDE-8FE3-B2292EF8522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3492019" y="2450836"/>
            <a:ext cx="5205879" cy="4022725"/>
          </a:xfrm>
        </p:spPr>
      </p:pic>
    </p:spTree>
    <p:extLst>
      <p:ext uri="{BB962C8B-B14F-4D97-AF65-F5344CB8AC3E}">
        <p14:creationId xmlns:p14="http://schemas.microsoft.com/office/powerpoint/2010/main" val="723906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2F545B2-FA4B-43E7-B087-29B29F4972D0}"/>
              </a:ext>
            </a:extLst>
          </p:cNvPr>
          <p:cNvSpPr>
            <a:spLocks noGrp="1"/>
          </p:cNvSpPr>
          <p:nvPr>
            <p:ph type="title"/>
          </p:nvPr>
        </p:nvSpPr>
        <p:spPr/>
        <p:txBody>
          <a:bodyPr/>
          <a:lstStyle/>
          <a:p>
            <a:r>
              <a:rPr lang="en-US"/>
              <a:t>MOS Certification</a:t>
            </a:r>
            <a:endParaRPr lang="en-US" dirty="0"/>
          </a:p>
        </p:txBody>
      </p:sp>
      <p:sp>
        <p:nvSpPr>
          <p:cNvPr id="6" name="Subtitle 5">
            <a:extLst>
              <a:ext uri="{FF2B5EF4-FFF2-40B4-BE49-F238E27FC236}">
                <a16:creationId xmlns:a16="http://schemas.microsoft.com/office/drawing/2014/main" id="{C2139EDA-9427-415A-A878-36497F4C2F89}"/>
              </a:ext>
            </a:extLst>
          </p:cNvPr>
          <p:cNvSpPr>
            <a:spLocks noGrp="1"/>
          </p:cNvSpPr>
          <p:nvPr>
            <p:ph type="body" idx="1"/>
          </p:nvPr>
        </p:nvSpPr>
        <p:spPr/>
        <p:txBody>
          <a:bodyPr/>
          <a:lstStyle/>
          <a:p>
            <a:r>
              <a:rPr lang="en-US"/>
              <a:t>Microsoft Office Specialist (Office 2016)</a:t>
            </a:r>
            <a:endParaRPr lang="en-US" dirty="0"/>
          </a:p>
        </p:txBody>
      </p:sp>
    </p:spTree>
    <p:extLst>
      <p:ext uri="{BB962C8B-B14F-4D97-AF65-F5344CB8AC3E}">
        <p14:creationId xmlns:p14="http://schemas.microsoft.com/office/powerpoint/2010/main" val="1624673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E4713-7037-4AD5-A876-E2E0E0DB1CBA}"/>
              </a:ext>
            </a:extLst>
          </p:cNvPr>
          <p:cNvSpPr>
            <a:spLocks noGrp="1"/>
          </p:cNvSpPr>
          <p:nvPr>
            <p:ph type="title"/>
          </p:nvPr>
        </p:nvSpPr>
        <p:spPr/>
        <p:txBody>
          <a:bodyPr/>
          <a:lstStyle/>
          <a:p>
            <a:r>
              <a:rPr lang="en-US"/>
              <a:t>MOS 2016 Certificate</a:t>
            </a:r>
          </a:p>
        </p:txBody>
      </p:sp>
      <p:graphicFrame>
        <p:nvGraphicFramePr>
          <p:cNvPr id="4" name="Content Placeholder 3">
            <a:extLst>
              <a:ext uri="{FF2B5EF4-FFF2-40B4-BE49-F238E27FC236}">
                <a16:creationId xmlns:a16="http://schemas.microsoft.com/office/drawing/2014/main" id="{8652D624-C952-4564-B741-2B748AFBA1CF}"/>
              </a:ext>
            </a:extLst>
          </p:cNvPr>
          <p:cNvGraphicFramePr>
            <a:graphicFrameLocks noGrp="1"/>
          </p:cNvGraphicFramePr>
          <p:nvPr>
            <p:ph idx="1"/>
          </p:nvPr>
        </p:nvGraphicFramePr>
        <p:xfrm>
          <a:off x="681038" y="2336800"/>
          <a:ext cx="9714713" cy="44013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3768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7EF48-61C4-4631-91CE-00738BB69905}"/>
              </a:ext>
            </a:extLst>
          </p:cNvPr>
          <p:cNvSpPr>
            <a:spLocks noGrp="1"/>
          </p:cNvSpPr>
          <p:nvPr>
            <p:ph type="title"/>
          </p:nvPr>
        </p:nvSpPr>
        <p:spPr/>
        <p:txBody>
          <a:bodyPr/>
          <a:lstStyle/>
          <a:p>
            <a:r>
              <a:rPr lang="en-US" dirty="0"/>
              <a:t>Exams lengths</a:t>
            </a:r>
          </a:p>
        </p:txBody>
      </p:sp>
      <p:graphicFrame>
        <p:nvGraphicFramePr>
          <p:cNvPr id="4" name="Table 4">
            <a:extLst>
              <a:ext uri="{FF2B5EF4-FFF2-40B4-BE49-F238E27FC236}">
                <a16:creationId xmlns:a16="http://schemas.microsoft.com/office/drawing/2014/main" id="{C412F121-16AB-458E-AF5F-CE264A671A2F}"/>
              </a:ext>
            </a:extLst>
          </p:cNvPr>
          <p:cNvGraphicFramePr>
            <a:graphicFrameLocks noGrp="1"/>
          </p:cNvGraphicFramePr>
          <p:nvPr>
            <p:ph idx="1"/>
            <p:extLst>
              <p:ext uri="{D42A27DB-BD31-4B8C-83A1-F6EECF244321}">
                <p14:modId xmlns:p14="http://schemas.microsoft.com/office/powerpoint/2010/main" val="3782145091"/>
              </p:ext>
            </p:extLst>
          </p:nvPr>
        </p:nvGraphicFramePr>
        <p:xfrm>
          <a:off x="1203325" y="2011363"/>
          <a:ext cx="9783760" cy="2966720"/>
        </p:xfrm>
        <a:graphic>
          <a:graphicData uri="http://schemas.openxmlformats.org/drawingml/2006/table">
            <a:tbl>
              <a:tblPr firstRow="1" bandRow="1">
                <a:tableStyleId>{5C22544A-7EE6-4342-B048-85BDC9FD1C3A}</a:tableStyleId>
              </a:tblPr>
              <a:tblGrid>
                <a:gridCol w="1956752">
                  <a:extLst>
                    <a:ext uri="{9D8B030D-6E8A-4147-A177-3AD203B41FA5}">
                      <a16:colId xmlns:a16="http://schemas.microsoft.com/office/drawing/2014/main" val="1949986126"/>
                    </a:ext>
                  </a:extLst>
                </a:gridCol>
                <a:gridCol w="1956752">
                  <a:extLst>
                    <a:ext uri="{9D8B030D-6E8A-4147-A177-3AD203B41FA5}">
                      <a16:colId xmlns:a16="http://schemas.microsoft.com/office/drawing/2014/main" val="2112228375"/>
                    </a:ext>
                  </a:extLst>
                </a:gridCol>
                <a:gridCol w="1956752">
                  <a:extLst>
                    <a:ext uri="{9D8B030D-6E8A-4147-A177-3AD203B41FA5}">
                      <a16:colId xmlns:a16="http://schemas.microsoft.com/office/drawing/2014/main" val="1506648724"/>
                    </a:ext>
                  </a:extLst>
                </a:gridCol>
                <a:gridCol w="1956752">
                  <a:extLst>
                    <a:ext uri="{9D8B030D-6E8A-4147-A177-3AD203B41FA5}">
                      <a16:colId xmlns:a16="http://schemas.microsoft.com/office/drawing/2014/main" val="2834722904"/>
                    </a:ext>
                  </a:extLst>
                </a:gridCol>
                <a:gridCol w="1956752">
                  <a:extLst>
                    <a:ext uri="{9D8B030D-6E8A-4147-A177-3AD203B41FA5}">
                      <a16:colId xmlns:a16="http://schemas.microsoft.com/office/drawing/2014/main" val="643726222"/>
                    </a:ext>
                  </a:extLst>
                </a:gridCol>
              </a:tblGrid>
              <a:tr h="370840">
                <a:tc>
                  <a:txBody>
                    <a:bodyPr/>
                    <a:lstStyle/>
                    <a:p>
                      <a:r>
                        <a:rPr lang="en-US" dirty="0"/>
                        <a:t>Code</a:t>
                      </a:r>
                    </a:p>
                  </a:txBody>
                  <a:tcPr/>
                </a:tc>
                <a:tc>
                  <a:txBody>
                    <a:bodyPr/>
                    <a:lstStyle/>
                    <a:p>
                      <a:r>
                        <a:rPr lang="en-US"/>
                        <a:t>Exam</a:t>
                      </a:r>
                      <a:endParaRPr lang="en-US" dirty="0"/>
                    </a:p>
                  </a:txBody>
                  <a:tcPr/>
                </a:tc>
                <a:tc>
                  <a:txBody>
                    <a:bodyPr/>
                    <a:lstStyle/>
                    <a:p>
                      <a:r>
                        <a:rPr lang="en-US" dirty="0"/>
                        <a:t>Questions</a:t>
                      </a:r>
                    </a:p>
                  </a:txBody>
                  <a:tcPr/>
                </a:tc>
                <a:tc>
                  <a:txBody>
                    <a:bodyPr/>
                    <a:lstStyle/>
                    <a:p>
                      <a:r>
                        <a:rPr lang="en-US" dirty="0"/>
                        <a:t>Minutes</a:t>
                      </a:r>
                    </a:p>
                  </a:txBody>
                  <a:tcPr/>
                </a:tc>
                <a:tc>
                  <a:txBody>
                    <a:bodyPr/>
                    <a:lstStyle/>
                    <a:p>
                      <a:r>
                        <a:rPr lang="en-US"/>
                        <a:t>Note</a:t>
                      </a:r>
                      <a:endParaRPr lang="en-US" dirty="0"/>
                    </a:p>
                  </a:txBody>
                  <a:tcPr/>
                </a:tc>
                <a:extLst>
                  <a:ext uri="{0D108BD9-81ED-4DB2-BD59-A6C34878D82A}">
                    <a16:rowId xmlns:a16="http://schemas.microsoft.com/office/drawing/2014/main" val="1738126729"/>
                  </a:ext>
                </a:extLst>
              </a:tr>
              <a:tr h="370840">
                <a:tc>
                  <a:txBody>
                    <a:bodyPr/>
                    <a:lstStyle/>
                    <a:p>
                      <a:r>
                        <a:rPr lang="en-US" dirty="0"/>
                        <a:t>77-725</a:t>
                      </a:r>
                    </a:p>
                  </a:txBody>
                  <a:tcPr/>
                </a:tc>
                <a:tc>
                  <a:txBody>
                    <a:bodyPr/>
                    <a:lstStyle/>
                    <a:p>
                      <a:r>
                        <a:rPr lang="en-US" dirty="0"/>
                        <a:t>Word</a:t>
                      </a:r>
                    </a:p>
                  </a:txBody>
                  <a:tcPr/>
                </a:tc>
                <a:tc>
                  <a:txBody>
                    <a:bodyPr/>
                    <a:lstStyle/>
                    <a:p>
                      <a:r>
                        <a:rPr lang="en-US" dirty="0"/>
                        <a:t>35</a:t>
                      </a:r>
                    </a:p>
                  </a:txBody>
                  <a:tcPr/>
                </a:tc>
                <a:tc rowSpan="7">
                  <a:txBody>
                    <a:bodyPr/>
                    <a:lstStyle/>
                    <a:p>
                      <a:pPr algn="ctr"/>
                      <a:r>
                        <a:rPr lang="en-US" dirty="0"/>
                        <a:t>50</a:t>
                      </a:r>
                    </a:p>
                  </a:txBody>
                  <a:tcPr anchor="ctr"/>
                </a:tc>
                <a:tc rowSpan="7">
                  <a:txBody>
                    <a:bodyPr/>
                    <a:lstStyle/>
                    <a:p>
                      <a:pPr algn="ctr"/>
                      <a:endParaRPr lang="en-US" dirty="0"/>
                    </a:p>
                  </a:txBody>
                  <a:tcPr anchor="ctr"/>
                </a:tc>
                <a:extLst>
                  <a:ext uri="{0D108BD9-81ED-4DB2-BD59-A6C34878D82A}">
                    <a16:rowId xmlns:a16="http://schemas.microsoft.com/office/drawing/2014/main" val="4150814615"/>
                  </a:ext>
                </a:extLst>
              </a:tr>
              <a:tr h="370840">
                <a:tc>
                  <a:txBody>
                    <a:bodyPr/>
                    <a:lstStyle/>
                    <a:p>
                      <a:r>
                        <a:rPr lang="en-US" dirty="0"/>
                        <a:t>77-727</a:t>
                      </a:r>
                    </a:p>
                  </a:txBody>
                  <a:tcPr/>
                </a:tc>
                <a:tc>
                  <a:txBody>
                    <a:bodyPr/>
                    <a:lstStyle/>
                    <a:p>
                      <a:r>
                        <a:rPr lang="en-US" dirty="0"/>
                        <a:t>Excel</a:t>
                      </a:r>
                    </a:p>
                  </a:txBody>
                  <a:tcPr/>
                </a:tc>
                <a:tc>
                  <a:txBody>
                    <a:bodyPr/>
                    <a:lstStyle/>
                    <a:p>
                      <a:r>
                        <a:rPr lang="en-US" dirty="0"/>
                        <a:t>35</a:t>
                      </a:r>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264421271"/>
                  </a:ext>
                </a:extLst>
              </a:tr>
              <a:tr h="370840">
                <a:tc>
                  <a:txBody>
                    <a:bodyPr/>
                    <a:lstStyle/>
                    <a:p>
                      <a:r>
                        <a:rPr lang="en-US" dirty="0"/>
                        <a:t>77-729</a:t>
                      </a:r>
                    </a:p>
                  </a:txBody>
                  <a:tcPr/>
                </a:tc>
                <a:tc>
                  <a:txBody>
                    <a:bodyPr/>
                    <a:lstStyle/>
                    <a:p>
                      <a:r>
                        <a:rPr lang="en-US" dirty="0"/>
                        <a:t>PowerPoint</a:t>
                      </a:r>
                    </a:p>
                  </a:txBody>
                  <a:tcPr/>
                </a:tc>
                <a:tc>
                  <a:txBody>
                    <a:bodyPr/>
                    <a:lstStyle/>
                    <a:p>
                      <a:r>
                        <a:rPr lang="en-US" dirty="0"/>
                        <a:t>35</a:t>
                      </a:r>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740823485"/>
                  </a:ext>
                </a:extLst>
              </a:tr>
              <a:tr h="370840">
                <a:tc>
                  <a:txBody>
                    <a:bodyPr/>
                    <a:lstStyle/>
                    <a:p>
                      <a:r>
                        <a:rPr lang="en-US" dirty="0"/>
                        <a:t>77-730</a:t>
                      </a:r>
                    </a:p>
                  </a:txBody>
                  <a:tcPr/>
                </a:tc>
                <a:tc>
                  <a:txBody>
                    <a:bodyPr/>
                    <a:lstStyle/>
                    <a:p>
                      <a:r>
                        <a:rPr lang="en-US" dirty="0"/>
                        <a:t>Access</a:t>
                      </a:r>
                    </a:p>
                  </a:txBody>
                  <a:tcPr/>
                </a:tc>
                <a:tc>
                  <a:txBody>
                    <a:bodyPr/>
                    <a:lstStyle/>
                    <a:p>
                      <a:r>
                        <a:rPr lang="en-US" dirty="0"/>
                        <a:t>31</a:t>
                      </a:r>
                    </a:p>
                  </a:txBody>
                  <a:tcPr/>
                </a:tc>
                <a:tc vMerge="1">
                  <a:txBody>
                    <a:bodyPr/>
                    <a:lstStyle/>
                    <a:p>
                      <a:endParaRPr lang="en-US" dirty="0"/>
                    </a:p>
                  </a:txBody>
                  <a:tcPr/>
                </a:tc>
                <a:tc vMerge="1">
                  <a:txBody>
                    <a:bodyPr/>
                    <a:lstStyle/>
                    <a:p>
                      <a:endParaRPr lang="en-US"/>
                    </a:p>
                  </a:txBody>
                  <a:tcPr/>
                </a:tc>
                <a:extLst>
                  <a:ext uri="{0D108BD9-81ED-4DB2-BD59-A6C34878D82A}">
                    <a16:rowId xmlns:a16="http://schemas.microsoft.com/office/drawing/2014/main" val="817765974"/>
                  </a:ext>
                </a:extLst>
              </a:tr>
              <a:tr h="370840">
                <a:tc>
                  <a:txBody>
                    <a:bodyPr/>
                    <a:lstStyle/>
                    <a:p>
                      <a:r>
                        <a:rPr lang="en-US" dirty="0"/>
                        <a:t>77-726</a:t>
                      </a:r>
                    </a:p>
                  </a:txBody>
                  <a:tcPr/>
                </a:tc>
                <a:tc>
                  <a:txBody>
                    <a:bodyPr/>
                    <a:lstStyle/>
                    <a:p>
                      <a:r>
                        <a:rPr lang="en-US" dirty="0"/>
                        <a:t>Word Expert</a:t>
                      </a:r>
                    </a:p>
                  </a:txBody>
                  <a:tcPr/>
                </a:tc>
                <a:tc>
                  <a:txBody>
                    <a:bodyPr/>
                    <a:lstStyle/>
                    <a:p>
                      <a:r>
                        <a:rPr lang="en-US" dirty="0"/>
                        <a:t>26</a:t>
                      </a:r>
                    </a:p>
                  </a:txBody>
                  <a:tcPr/>
                </a:tc>
                <a:tc vMerge="1">
                  <a:txBody>
                    <a:bodyPr/>
                    <a:lstStyle/>
                    <a:p>
                      <a:endParaRPr lang="en-US" dirty="0"/>
                    </a:p>
                  </a:txBody>
                  <a:tcPr/>
                </a:tc>
                <a:tc vMerge="1">
                  <a:txBody>
                    <a:bodyPr/>
                    <a:lstStyle/>
                    <a:p>
                      <a:endParaRPr lang="en-US"/>
                    </a:p>
                  </a:txBody>
                  <a:tcPr/>
                </a:tc>
                <a:extLst>
                  <a:ext uri="{0D108BD9-81ED-4DB2-BD59-A6C34878D82A}">
                    <a16:rowId xmlns:a16="http://schemas.microsoft.com/office/drawing/2014/main" val="4260250253"/>
                  </a:ext>
                </a:extLst>
              </a:tr>
              <a:tr h="370840">
                <a:tc>
                  <a:txBody>
                    <a:bodyPr/>
                    <a:lstStyle/>
                    <a:p>
                      <a:r>
                        <a:rPr lang="en-US" dirty="0"/>
                        <a:t>77-728</a:t>
                      </a:r>
                    </a:p>
                  </a:txBody>
                  <a:tcPr/>
                </a:tc>
                <a:tc>
                  <a:txBody>
                    <a:bodyPr/>
                    <a:lstStyle/>
                    <a:p>
                      <a:r>
                        <a:rPr lang="en-US" dirty="0"/>
                        <a:t>Excel Expert</a:t>
                      </a:r>
                    </a:p>
                  </a:txBody>
                  <a:tcPr/>
                </a:tc>
                <a:tc>
                  <a:txBody>
                    <a:bodyPr/>
                    <a:lstStyle/>
                    <a:p>
                      <a:r>
                        <a:rPr lang="en-US" dirty="0"/>
                        <a:t>26</a:t>
                      </a:r>
                    </a:p>
                  </a:txBody>
                  <a:tcPr/>
                </a:tc>
                <a:tc vMerge="1">
                  <a:txBody>
                    <a:bodyPr/>
                    <a:lstStyle/>
                    <a:p>
                      <a:endParaRPr lang="en-US" dirty="0"/>
                    </a:p>
                  </a:txBody>
                  <a:tcPr/>
                </a:tc>
                <a:tc vMerge="1">
                  <a:txBody>
                    <a:bodyPr/>
                    <a:lstStyle/>
                    <a:p>
                      <a:endParaRPr lang="en-US"/>
                    </a:p>
                  </a:txBody>
                  <a:tcPr/>
                </a:tc>
                <a:extLst>
                  <a:ext uri="{0D108BD9-81ED-4DB2-BD59-A6C34878D82A}">
                    <a16:rowId xmlns:a16="http://schemas.microsoft.com/office/drawing/2014/main" val="2637402687"/>
                  </a:ext>
                </a:extLst>
              </a:tr>
              <a:tr h="370840">
                <a:tc>
                  <a:txBody>
                    <a:bodyPr/>
                    <a:lstStyle/>
                    <a:p>
                      <a:r>
                        <a:rPr lang="en-US" dirty="0"/>
                        <a:t>77-731</a:t>
                      </a:r>
                    </a:p>
                  </a:txBody>
                  <a:tcPr/>
                </a:tc>
                <a:tc>
                  <a:txBody>
                    <a:bodyPr/>
                    <a:lstStyle/>
                    <a:p>
                      <a:r>
                        <a:rPr lang="en-US" dirty="0"/>
                        <a:t>Outlook</a:t>
                      </a:r>
                    </a:p>
                  </a:txBody>
                  <a:tcPr/>
                </a:tc>
                <a:tc>
                  <a:txBody>
                    <a:bodyPr/>
                    <a:lstStyle/>
                    <a:p>
                      <a:r>
                        <a:rPr lang="en-US" dirty="0"/>
                        <a:t>35</a:t>
                      </a:r>
                    </a:p>
                  </a:txBody>
                  <a:tcPr/>
                </a:tc>
                <a:tc vMerge="1">
                  <a:txBody>
                    <a:bodyPr/>
                    <a:lstStyle/>
                    <a:p>
                      <a:endParaRPr lang="en-US" dirty="0"/>
                    </a:p>
                  </a:txBody>
                  <a:tcPr/>
                </a:tc>
                <a:tc vMerge="1">
                  <a:txBody>
                    <a:bodyPr/>
                    <a:lstStyle/>
                    <a:p>
                      <a:endParaRPr lang="en-US"/>
                    </a:p>
                  </a:txBody>
                  <a:tcPr/>
                </a:tc>
                <a:extLst>
                  <a:ext uri="{0D108BD9-81ED-4DB2-BD59-A6C34878D82A}">
                    <a16:rowId xmlns:a16="http://schemas.microsoft.com/office/drawing/2014/main" val="2568921365"/>
                  </a:ext>
                </a:extLst>
              </a:tr>
            </a:tbl>
          </a:graphicData>
        </a:graphic>
      </p:graphicFrame>
    </p:spTree>
    <p:extLst>
      <p:ext uri="{BB962C8B-B14F-4D97-AF65-F5344CB8AC3E}">
        <p14:creationId xmlns:p14="http://schemas.microsoft.com/office/powerpoint/2010/main" val="2624740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2F545B2-FA4B-43E7-B087-29B29F4972D0}"/>
              </a:ext>
            </a:extLst>
          </p:cNvPr>
          <p:cNvSpPr>
            <a:spLocks noGrp="1"/>
          </p:cNvSpPr>
          <p:nvPr>
            <p:ph type="title"/>
          </p:nvPr>
        </p:nvSpPr>
        <p:spPr/>
        <p:txBody>
          <a:bodyPr/>
          <a:lstStyle/>
          <a:p>
            <a:r>
              <a:rPr lang="en-US"/>
              <a:t>MOS Certification</a:t>
            </a:r>
            <a:endParaRPr lang="en-US" dirty="0"/>
          </a:p>
        </p:txBody>
      </p:sp>
      <p:sp>
        <p:nvSpPr>
          <p:cNvPr id="6" name="Subtitle 5">
            <a:extLst>
              <a:ext uri="{FF2B5EF4-FFF2-40B4-BE49-F238E27FC236}">
                <a16:creationId xmlns:a16="http://schemas.microsoft.com/office/drawing/2014/main" id="{C2139EDA-9427-415A-A878-36497F4C2F89}"/>
              </a:ext>
            </a:extLst>
          </p:cNvPr>
          <p:cNvSpPr>
            <a:spLocks noGrp="1"/>
          </p:cNvSpPr>
          <p:nvPr>
            <p:ph type="body" idx="1"/>
          </p:nvPr>
        </p:nvSpPr>
        <p:spPr/>
        <p:txBody>
          <a:bodyPr/>
          <a:lstStyle/>
          <a:p>
            <a:r>
              <a:rPr lang="en-US"/>
              <a:t>Microsoft Office Specialist (Office 2019)</a:t>
            </a:r>
            <a:endParaRPr lang="en-US" dirty="0"/>
          </a:p>
        </p:txBody>
      </p:sp>
    </p:spTree>
    <p:extLst>
      <p:ext uri="{BB962C8B-B14F-4D97-AF65-F5344CB8AC3E}">
        <p14:creationId xmlns:p14="http://schemas.microsoft.com/office/powerpoint/2010/main" val="3361509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E4713-7037-4AD5-A876-E2E0E0DB1CBA}"/>
              </a:ext>
            </a:extLst>
          </p:cNvPr>
          <p:cNvSpPr>
            <a:spLocks noGrp="1"/>
          </p:cNvSpPr>
          <p:nvPr>
            <p:ph type="title"/>
          </p:nvPr>
        </p:nvSpPr>
        <p:spPr/>
        <p:txBody>
          <a:bodyPr/>
          <a:lstStyle/>
          <a:p>
            <a:r>
              <a:rPr lang="en-US"/>
              <a:t>MOS 2019 Certificate</a:t>
            </a:r>
          </a:p>
        </p:txBody>
      </p:sp>
      <p:graphicFrame>
        <p:nvGraphicFramePr>
          <p:cNvPr id="4" name="Content Placeholder 3">
            <a:extLst>
              <a:ext uri="{FF2B5EF4-FFF2-40B4-BE49-F238E27FC236}">
                <a16:creationId xmlns:a16="http://schemas.microsoft.com/office/drawing/2014/main" id="{8652D624-C952-4564-B741-2B748AFBA1CF}"/>
              </a:ext>
            </a:extLst>
          </p:cNvPr>
          <p:cNvGraphicFramePr>
            <a:graphicFrameLocks noGrp="1"/>
          </p:cNvGraphicFramePr>
          <p:nvPr>
            <p:ph idx="1"/>
            <p:extLst>
              <p:ext uri="{D42A27DB-BD31-4B8C-83A1-F6EECF244321}">
                <p14:modId xmlns:p14="http://schemas.microsoft.com/office/powerpoint/2010/main" val="17861349"/>
              </p:ext>
            </p:extLst>
          </p:nvPr>
        </p:nvGraphicFramePr>
        <p:xfrm>
          <a:off x="681038" y="2336800"/>
          <a:ext cx="10305961" cy="44013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87210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7EF48-61C4-4631-91CE-00738BB69905}"/>
              </a:ext>
            </a:extLst>
          </p:cNvPr>
          <p:cNvSpPr>
            <a:spLocks noGrp="1"/>
          </p:cNvSpPr>
          <p:nvPr>
            <p:ph type="title"/>
          </p:nvPr>
        </p:nvSpPr>
        <p:spPr/>
        <p:txBody>
          <a:bodyPr/>
          <a:lstStyle/>
          <a:p>
            <a:r>
              <a:rPr lang="en-US" dirty="0"/>
              <a:t>Exams lengths</a:t>
            </a:r>
          </a:p>
        </p:txBody>
      </p:sp>
      <p:graphicFrame>
        <p:nvGraphicFramePr>
          <p:cNvPr id="4" name="Table 4">
            <a:extLst>
              <a:ext uri="{FF2B5EF4-FFF2-40B4-BE49-F238E27FC236}">
                <a16:creationId xmlns:a16="http://schemas.microsoft.com/office/drawing/2014/main" id="{C412F121-16AB-458E-AF5F-CE264A671A2F}"/>
              </a:ext>
            </a:extLst>
          </p:cNvPr>
          <p:cNvGraphicFramePr>
            <a:graphicFrameLocks noGrp="1"/>
          </p:cNvGraphicFramePr>
          <p:nvPr>
            <p:ph idx="1"/>
            <p:extLst>
              <p:ext uri="{D42A27DB-BD31-4B8C-83A1-F6EECF244321}">
                <p14:modId xmlns:p14="http://schemas.microsoft.com/office/powerpoint/2010/main" val="2490759666"/>
              </p:ext>
            </p:extLst>
          </p:nvPr>
        </p:nvGraphicFramePr>
        <p:xfrm>
          <a:off x="1203325" y="2011363"/>
          <a:ext cx="9783760" cy="2961640"/>
        </p:xfrm>
        <a:graphic>
          <a:graphicData uri="http://schemas.openxmlformats.org/drawingml/2006/table">
            <a:tbl>
              <a:tblPr firstRow="1" bandRow="1">
                <a:tableStyleId>{5C22544A-7EE6-4342-B048-85BDC9FD1C3A}</a:tableStyleId>
              </a:tblPr>
              <a:tblGrid>
                <a:gridCol w="2445940">
                  <a:extLst>
                    <a:ext uri="{9D8B030D-6E8A-4147-A177-3AD203B41FA5}">
                      <a16:colId xmlns:a16="http://schemas.microsoft.com/office/drawing/2014/main" val="1949986126"/>
                    </a:ext>
                  </a:extLst>
                </a:gridCol>
                <a:gridCol w="2445940">
                  <a:extLst>
                    <a:ext uri="{9D8B030D-6E8A-4147-A177-3AD203B41FA5}">
                      <a16:colId xmlns:a16="http://schemas.microsoft.com/office/drawing/2014/main" val="2112228375"/>
                    </a:ext>
                  </a:extLst>
                </a:gridCol>
                <a:gridCol w="2445940">
                  <a:extLst>
                    <a:ext uri="{9D8B030D-6E8A-4147-A177-3AD203B41FA5}">
                      <a16:colId xmlns:a16="http://schemas.microsoft.com/office/drawing/2014/main" val="1506648724"/>
                    </a:ext>
                  </a:extLst>
                </a:gridCol>
                <a:gridCol w="2445940">
                  <a:extLst>
                    <a:ext uri="{9D8B030D-6E8A-4147-A177-3AD203B41FA5}">
                      <a16:colId xmlns:a16="http://schemas.microsoft.com/office/drawing/2014/main" val="2834722904"/>
                    </a:ext>
                  </a:extLst>
                </a:gridCol>
              </a:tblGrid>
              <a:tr h="370840">
                <a:tc>
                  <a:txBody>
                    <a:bodyPr/>
                    <a:lstStyle/>
                    <a:p>
                      <a:r>
                        <a:rPr lang="en-US" dirty="0"/>
                        <a:t>Code</a:t>
                      </a:r>
                    </a:p>
                  </a:txBody>
                  <a:tcPr/>
                </a:tc>
                <a:tc>
                  <a:txBody>
                    <a:bodyPr/>
                    <a:lstStyle/>
                    <a:p>
                      <a:r>
                        <a:rPr lang="en-US"/>
                        <a:t>Exam</a:t>
                      </a:r>
                      <a:endParaRPr lang="en-US" dirty="0"/>
                    </a:p>
                  </a:txBody>
                  <a:tcPr/>
                </a:tc>
                <a:tc>
                  <a:txBody>
                    <a:bodyPr/>
                    <a:lstStyle/>
                    <a:p>
                      <a:r>
                        <a:rPr lang="en-US" dirty="0"/>
                        <a:t>Questions</a:t>
                      </a:r>
                    </a:p>
                  </a:txBody>
                  <a:tcPr/>
                </a:tc>
                <a:tc>
                  <a:txBody>
                    <a:bodyPr/>
                    <a:lstStyle/>
                    <a:p>
                      <a:r>
                        <a:rPr lang="en-US" dirty="0"/>
                        <a:t>Minutes</a:t>
                      </a:r>
                    </a:p>
                  </a:txBody>
                  <a:tcPr/>
                </a:tc>
                <a:extLst>
                  <a:ext uri="{0D108BD9-81ED-4DB2-BD59-A6C34878D82A}">
                    <a16:rowId xmlns:a16="http://schemas.microsoft.com/office/drawing/2014/main" val="1738126729"/>
                  </a:ext>
                </a:extLst>
              </a:tr>
              <a:tr h="370840">
                <a:tc>
                  <a:txBody>
                    <a:bodyPr/>
                    <a:lstStyle/>
                    <a:p>
                      <a:r>
                        <a:rPr lang="en-US"/>
                        <a:t>MO-100</a:t>
                      </a:r>
                      <a:endParaRPr lang="en-US" dirty="0"/>
                    </a:p>
                  </a:txBody>
                  <a:tcPr/>
                </a:tc>
                <a:tc>
                  <a:txBody>
                    <a:bodyPr/>
                    <a:lstStyle/>
                    <a:p>
                      <a:r>
                        <a:rPr lang="en-US" dirty="0"/>
                        <a:t>Word</a:t>
                      </a:r>
                    </a:p>
                  </a:txBody>
                  <a:tcPr/>
                </a:tc>
                <a:tc>
                  <a:txBody>
                    <a:bodyPr/>
                    <a:lstStyle/>
                    <a:p>
                      <a:r>
                        <a:rPr lang="en-US" dirty="0"/>
                        <a:t>35</a:t>
                      </a:r>
                    </a:p>
                  </a:txBody>
                  <a:tcPr/>
                </a:tc>
                <a:tc rowSpan="7">
                  <a:txBody>
                    <a:bodyPr/>
                    <a:lstStyle/>
                    <a:p>
                      <a:pPr algn="ctr"/>
                      <a:r>
                        <a:rPr lang="en-US" dirty="0"/>
                        <a:t>50</a:t>
                      </a:r>
                    </a:p>
                  </a:txBody>
                  <a:tcPr anchor="ctr"/>
                </a:tc>
                <a:extLst>
                  <a:ext uri="{0D108BD9-81ED-4DB2-BD59-A6C34878D82A}">
                    <a16:rowId xmlns:a16="http://schemas.microsoft.com/office/drawing/2014/main" val="4150814615"/>
                  </a:ext>
                </a:extLst>
              </a:tr>
              <a:tr h="370840">
                <a:tc>
                  <a:txBody>
                    <a:bodyPr/>
                    <a:lstStyle/>
                    <a:p>
                      <a:r>
                        <a:rPr lang="en-US"/>
                        <a:t>MO-200</a:t>
                      </a:r>
                      <a:endParaRPr lang="en-US" dirty="0"/>
                    </a:p>
                  </a:txBody>
                  <a:tcPr/>
                </a:tc>
                <a:tc>
                  <a:txBody>
                    <a:bodyPr/>
                    <a:lstStyle/>
                    <a:p>
                      <a:r>
                        <a:rPr lang="en-US" dirty="0"/>
                        <a:t>Excel</a:t>
                      </a:r>
                    </a:p>
                  </a:txBody>
                  <a:tcPr/>
                </a:tc>
                <a:tc>
                  <a:txBody>
                    <a:bodyPr/>
                    <a:lstStyle/>
                    <a:p>
                      <a:r>
                        <a:rPr lang="en-US" dirty="0"/>
                        <a:t>35</a:t>
                      </a:r>
                    </a:p>
                  </a:txBody>
                  <a:tcPr/>
                </a:tc>
                <a:tc vMerge="1">
                  <a:txBody>
                    <a:bodyPr/>
                    <a:lstStyle/>
                    <a:p>
                      <a:endParaRPr lang="en-US"/>
                    </a:p>
                  </a:txBody>
                  <a:tcPr/>
                </a:tc>
                <a:extLst>
                  <a:ext uri="{0D108BD9-81ED-4DB2-BD59-A6C34878D82A}">
                    <a16:rowId xmlns:a16="http://schemas.microsoft.com/office/drawing/2014/main" val="3264421271"/>
                  </a:ext>
                </a:extLst>
              </a:tr>
              <a:tr h="370840">
                <a:tc>
                  <a:txBody>
                    <a:bodyPr/>
                    <a:lstStyle/>
                    <a:p>
                      <a:r>
                        <a:rPr lang="en-US"/>
                        <a:t>MO-300</a:t>
                      </a:r>
                      <a:endParaRPr lang="en-US" dirty="0"/>
                    </a:p>
                  </a:txBody>
                  <a:tcPr/>
                </a:tc>
                <a:tc>
                  <a:txBody>
                    <a:bodyPr/>
                    <a:lstStyle/>
                    <a:p>
                      <a:r>
                        <a:rPr lang="en-US" dirty="0"/>
                        <a:t>PowerPoint</a:t>
                      </a:r>
                    </a:p>
                  </a:txBody>
                  <a:tcPr/>
                </a:tc>
                <a:tc>
                  <a:txBody>
                    <a:bodyPr/>
                    <a:lstStyle/>
                    <a:p>
                      <a:r>
                        <a:rPr lang="en-US" dirty="0"/>
                        <a:t>35</a:t>
                      </a:r>
                    </a:p>
                  </a:txBody>
                  <a:tcPr/>
                </a:tc>
                <a:tc vMerge="1">
                  <a:txBody>
                    <a:bodyPr/>
                    <a:lstStyle/>
                    <a:p>
                      <a:endParaRPr lang="en-US"/>
                    </a:p>
                  </a:txBody>
                  <a:tcPr/>
                </a:tc>
                <a:extLst>
                  <a:ext uri="{0D108BD9-81ED-4DB2-BD59-A6C34878D82A}">
                    <a16:rowId xmlns:a16="http://schemas.microsoft.com/office/drawing/2014/main" val="2740823485"/>
                  </a:ext>
                </a:extLst>
              </a:tr>
              <a:tr h="370840">
                <a:tc>
                  <a:txBody>
                    <a:bodyPr/>
                    <a:lstStyle/>
                    <a:p>
                      <a:r>
                        <a:rPr lang="en-US"/>
                        <a:t>MO-400</a:t>
                      </a:r>
                      <a:endParaRPr lang="en-US" dirty="0"/>
                    </a:p>
                  </a:txBody>
                  <a:tcPr/>
                </a:tc>
                <a:tc>
                  <a:txBody>
                    <a:bodyPr/>
                    <a:lstStyle/>
                    <a:p>
                      <a:r>
                        <a:rPr lang="en-US"/>
                        <a:t>Outlook</a:t>
                      </a:r>
                      <a:endParaRPr lang="en-US" dirty="0"/>
                    </a:p>
                  </a:txBody>
                  <a:tcPr/>
                </a:tc>
                <a:tc>
                  <a:txBody>
                    <a:bodyPr/>
                    <a:lstStyle/>
                    <a:p>
                      <a:r>
                        <a:rPr lang="en-US"/>
                        <a:t>35</a:t>
                      </a:r>
                      <a:endParaRPr lang="en-US" dirty="0"/>
                    </a:p>
                  </a:txBody>
                  <a:tcPr/>
                </a:tc>
                <a:tc vMerge="1">
                  <a:txBody>
                    <a:bodyPr/>
                    <a:lstStyle/>
                    <a:p>
                      <a:endParaRPr lang="en-US" dirty="0"/>
                    </a:p>
                  </a:txBody>
                  <a:tcPr/>
                </a:tc>
                <a:extLst>
                  <a:ext uri="{0D108BD9-81ED-4DB2-BD59-A6C34878D82A}">
                    <a16:rowId xmlns:a16="http://schemas.microsoft.com/office/drawing/2014/main" val="817765974"/>
                  </a:ext>
                </a:extLst>
              </a:tr>
              <a:tr h="370840">
                <a:tc>
                  <a:txBody>
                    <a:bodyPr/>
                    <a:lstStyle/>
                    <a:p>
                      <a:r>
                        <a:rPr lang="en-US"/>
                        <a:t>MO-101</a:t>
                      </a:r>
                      <a:endParaRPr lang="en-US" dirty="0"/>
                    </a:p>
                  </a:txBody>
                  <a:tcPr/>
                </a:tc>
                <a:tc>
                  <a:txBody>
                    <a:bodyPr/>
                    <a:lstStyle/>
                    <a:p>
                      <a:r>
                        <a:rPr lang="en-US" dirty="0"/>
                        <a:t>Word Expert</a:t>
                      </a:r>
                    </a:p>
                  </a:txBody>
                  <a:tcPr/>
                </a:tc>
                <a:tc>
                  <a:txBody>
                    <a:bodyPr/>
                    <a:lstStyle/>
                    <a:p>
                      <a:r>
                        <a:rPr lang="en-US"/>
                        <a:t>25</a:t>
                      </a:r>
                      <a:endParaRPr lang="en-US" dirty="0"/>
                    </a:p>
                  </a:txBody>
                  <a:tcPr/>
                </a:tc>
                <a:tc vMerge="1">
                  <a:txBody>
                    <a:bodyPr/>
                    <a:lstStyle/>
                    <a:p>
                      <a:endParaRPr lang="en-US" dirty="0"/>
                    </a:p>
                  </a:txBody>
                  <a:tcPr/>
                </a:tc>
                <a:extLst>
                  <a:ext uri="{0D108BD9-81ED-4DB2-BD59-A6C34878D82A}">
                    <a16:rowId xmlns:a16="http://schemas.microsoft.com/office/drawing/2014/main" val="4260250253"/>
                  </a:ext>
                </a:extLst>
              </a:tr>
              <a:tr h="370840">
                <a:tc>
                  <a:txBody>
                    <a:bodyPr/>
                    <a:lstStyle/>
                    <a:p>
                      <a:r>
                        <a:rPr lang="en-US"/>
                        <a:t>MO-201</a:t>
                      </a:r>
                      <a:endParaRPr lang="en-US" dirty="0"/>
                    </a:p>
                  </a:txBody>
                  <a:tcPr/>
                </a:tc>
                <a:tc>
                  <a:txBody>
                    <a:bodyPr/>
                    <a:lstStyle/>
                    <a:p>
                      <a:r>
                        <a:rPr lang="en-US" dirty="0"/>
                        <a:t>Excel Expert</a:t>
                      </a:r>
                    </a:p>
                  </a:txBody>
                  <a:tcPr/>
                </a:tc>
                <a:tc>
                  <a:txBody>
                    <a:bodyPr/>
                    <a:lstStyle/>
                    <a:p>
                      <a:r>
                        <a:rPr lang="en-US"/>
                        <a:t>25</a:t>
                      </a:r>
                      <a:endParaRPr lang="en-US" dirty="0"/>
                    </a:p>
                  </a:txBody>
                  <a:tcPr/>
                </a:tc>
                <a:tc vMerge="1">
                  <a:txBody>
                    <a:bodyPr/>
                    <a:lstStyle/>
                    <a:p>
                      <a:endParaRPr lang="en-US" dirty="0"/>
                    </a:p>
                  </a:txBody>
                  <a:tcPr/>
                </a:tc>
                <a:extLst>
                  <a:ext uri="{0D108BD9-81ED-4DB2-BD59-A6C34878D82A}">
                    <a16:rowId xmlns:a16="http://schemas.microsoft.com/office/drawing/2014/main" val="2637402687"/>
                  </a:ext>
                </a:extLst>
              </a:tr>
              <a:tr h="189346">
                <a:tc>
                  <a:txBody>
                    <a:bodyPr/>
                    <a:lstStyle/>
                    <a:p>
                      <a:r>
                        <a:rPr lang="en-US"/>
                        <a:t>MO-500</a:t>
                      </a:r>
                      <a:endParaRPr lang="en-US" dirty="0"/>
                    </a:p>
                  </a:txBody>
                  <a:tcPr/>
                </a:tc>
                <a:tc>
                  <a:txBody>
                    <a:bodyPr/>
                    <a:lstStyle/>
                    <a:p>
                      <a:r>
                        <a:rPr lang="en-US"/>
                        <a:t>Access Expert</a:t>
                      </a:r>
                      <a:endParaRPr lang="en-US" dirty="0"/>
                    </a:p>
                  </a:txBody>
                  <a:tcPr/>
                </a:tc>
                <a:tc>
                  <a:txBody>
                    <a:bodyPr/>
                    <a:lstStyle/>
                    <a:p>
                      <a:r>
                        <a:rPr lang="en-US"/>
                        <a:t>31</a:t>
                      </a:r>
                      <a:endParaRPr lang="en-US" dirty="0"/>
                    </a:p>
                  </a:txBody>
                  <a:tcPr/>
                </a:tc>
                <a:tc vMerge="1">
                  <a:txBody>
                    <a:bodyPr/>
                    <a:lstStyle/>
                    <a:p>
                      <a:endParaRPr lang="en-US" dirty="0"/>
                    </a:p>
                  </a:txBody>
                  <a:tcPr/>
                </a:tc>
                <a:extLst>
                  <a:ext uri="{0D108BD9-81ED-4DB2-BD59-A6C34878D82A}">
                    <a16:rowId xmlns:a16="http://schemas.microsoft.com/office/drawing/2014/main" val="2568921365"/>
                  </a:ext>
                </a:extLst>
              </a:tr>
            </a:tbl>
          </a:graphicData>
        </a:graphic>
      </p:graphicFrame>
    </p:spTree>
    <p:extLst>
      <p:ext uri="{BB962C8B-B14F-4D97-AF65-F5344CB8AC3E}">
        <p14:creationId xmlns:p14="http://schemas.microsoft.com/office/powerpoint/2010/main" val="34106360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704</TotalTime>
  <Words>910</Words>
  <Application>Microsoft Office PowerPoint</Application>
  <PresentationFormat>Widescreen</PresentationFormat>
  <Paragraphs>143</Paragraphs>
  <Slides>14</Slides>
  <Notes>2</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Corbel</vt:lpstr>
      <vt:lpstr>Open Sans</vt:lpstr>
      <vt:lpstr>Segoe UI</vt:lpstr>
      <vt:lpstr>Wingdings</vt:lpstr>
      <vt:lpstr>Banded</vt:lpstr>
      <vt:lpstr>ABOUT MOS</vt:lpstr>
      <vt:lpstr>MICROSOFT OFFICE SPECIALIST</vt:lpstr>
      <vt:lpstr>What is MOS Certification?</vt:lpstr>
      <vt:lpstr>MOS LEVEL &amp; MOS VERSION</vt:lpstr>
      <vt:lpstr>Who issue MOS Certification?</vt:lpstr>
      <vt:lpstr>Student Benefits</vt:lpstr>
      <vt:lpstr>MOS Mapping to Key Job Roles by Application </vt:lpstr>
      <vt:lpstr>Sample Certificate</vt:lpstr>
      <vt:lpstr>MOS Certification</vt:lpstr>
      <vt:lpstr>MOS 2016 Certificate</vt:lpstr>
      <vt:lpstr>Exams lengths</vt:lpstr>
      <vt:lpstr>MOS Certification</vt:lpstr>
      <vt:lpstr>MOS 2019 Certificate</vt:lpstr>
      <vt:lpstr>Exams lengths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 TRAN THAI HOC</dc:creator>
  <cp:lastModifiedBy>Ly Tran Thai Hoc</cp:lastModifiedBy>
  <cp:revision>73</cp:revision>
  <dcterms:created xsi:type="dcterms:W3CDTF">2020-02-28T13:31:50Z</dcterms:created>
  <dcterms:modified xsi:type="dcterms:W3CDTF">2023-07-11T10:03:19Z</dcterms:modified>
</cp:coreProperties>
</file>