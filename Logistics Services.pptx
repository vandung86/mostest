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0" r:id="rId2"/>
    <p:sldId id="259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51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43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1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74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4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5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6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440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699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2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1B3FDDE-3EE5-4D09-8AA3-4C2193CA3D62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3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0A37-FA44-4297-80C7-DCF70584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Customs Brokerage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C91D-7412-4A3F-8E56-D8F894309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7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6D8C-7FA9-4527-B2DB-5EC802F3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Warehousing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56052-455B-9A08-5378-AEDD1B531EB9}"/>
              </a:ext>
            </a:extLst>
          </p:cNvPr>
          <p:cNvSpPr/>
          <p:nvPr/>
        </p:nvSpPr>
        <p:spPr>
          <a:xfrm>
            <a:off x="1812758" y="2438399"/>
            <a:ext cx="2695074" cy="24704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505D7-7D51-FF32-FD9A-E08B1CB5E033}"/>
              </a:ext>
            </a:extLst>
          </p:cNvPr>
          <p:cNvSpPr/>
          <p:nvPr/>
        </p:nvSpPr>
        <p:spPr>
          <a:xfrm>
            <a:off x="4748463" y="2438399"/>
            <a:ext cx="2695074" cy="24704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Convenient storage options right at the port</a:t>
            </a:r>
          </a:p>
        </p:txBody>
      </p:sp>
    </p:spTree>
    <p:extLst>
      <p:ext uri="{BB962C8B-B14F-4D97-AF65-F5344CB8AC3E}">
        <p14:creationId xmlns:p14="http://schemas.microsoft.com/office/powerpoint/2010/main" val="201041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0A37-FA44-4297-80C7-DCF70584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Barge &amp; Truck Transportation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C91D-7412-4A3F-8E56-D8F894309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6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0A37-FA44-4297-80C7-DCF70584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International Freight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C91D-7412-4A3F-8E56-D8F894309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96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418</TotalTime>
  <Words>17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Century Gothic</vt:lpstr>
      <vt:lpstr>Garamond</vt:lpstr>
      <vt:lpstr>Savon</vt:lpstr>
      <vt:lpstr>Customs Brokerage</vt:lpstr>
      <vt:lpstr>Warehousing</vt:lpstr>
      <vt:lpstr>Barge &amp; Truck Transportation</vt:lpstr>
      <vt:lpstr>International Freight Forwarding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An Internation Port</dc:title>
  <dc:creator>LY TRAN THAI HOC</dc:creator>
  <cp:lastModifiedBy>Ly Tran Thai Hoc</cp:lastModifiedBy>
  <cp:revision>11</cp:revision>
  <dcterms:created xsi:type="dcterms:W3CDTF">2021-09-30T14:02:29Z</dcterms:created>
  <dcterms:modified xsi:type="dcterms:W3CDTF">2023-07-11T07:42:34Z</dcterms:modified>
</cp:coreProperties>
</file>