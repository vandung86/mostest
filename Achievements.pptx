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8" r:id="rId2"/>
    <p:sldId id="32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7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Candidates by Faculty</a:t>
            </a:r>
            <a:endParaRPr lang="vi-V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Khoa Y</c:v>
                </c:pt>
                <c:pt idx="1">
                  <c:v>Khoa Dược</c:v>
                </c:pt>
                <c:pt idx="2">
                  <c:v>Khoa Du lịch</c:v>
                </c:pt>
                <c:pt idx="3">
                  <c:v>Khoa Quản trị Kinh doanh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8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8-445B-9C0B-BB7807790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965328"/>
        <c:axId val="100976368"/>
      </c:barChart>
      <c:catAx>
        <c:axId val="10096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76368"/>
        <c:crosses val="autoZero"/>
        <c:auto val="1"/>
        <c:lblAlgn val="ctr"/>
        <c:lblOffset val="100"/>
        <c:noMultiLvlLbl val="0"/>
      </c:catAx>
      <c:valAx>
        <c:axId val="100976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6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Candidates by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F8-4221-8CFE-5131B9A3F6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F8-4221-8CFE-5131B9A3F64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F8-4221-8CFE-5131B9A3F64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F8-4221-8CFE-5131B9A3F649}"/>
              </c:ext>
            </c:extLst>
          </c:dPt>
          <c:cat>
            <c:strRef>
              <c:f>Sheet1!$A$2:$A$5</c:f>
              <c:strCache>
                <c:ptCount val="4"/>
                <c:pt idx="0">
                  <c:v>Khóa 2016</c:v>
                </c:pt>
                <c:pt idx="1">
                  <c:v>Khóa 2017</c:v>
                </c:pt>
                <c:pt idx="2">
                  <c:v>Khóa 2018</c:v>
                </c:pt>
                <c:pt idx="3">
                  <c:v>Khóa 2019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7-4A27-B247-044FE68F5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96D40F-6D74-46FD-AD3B-E1548A9DEBB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923F09-8E64-4AF3-84D5-21EAFD767D70}">
      <dgm:prSet/>
      <dgm:spPr/>
      <dgm:t>
        <a:bodyPr/>
        <a:lstStyle/>
        <a:p>
          <a:r>
            <a:rPr lang="en-US"/>
            <a:t>The school has a candidate who won the national prize</a:t>
          </a:r>
        </a:p>
      </dgm:t>
    </dgm:pt>
    <dgm:pt modelId="{EB926D9C-1339-4392-BFEF-8C7FD8B7D0AA}" type="parTrans" cxnId="{A3ABA457-CAA1-4920-8CF4-F07259851FEE}">
      <dgm:prSet/>
      <dgm:spPr/>
      <dgm:t>
        <a:bodyPr/>
        <a:lstStyle/>
        <a:p>
          <a:endParaRPr lang="en-US"/>
        </a:p>
      </dgm:t>
    </dgm:pt>
    <dgm:pt modelId="{68496966-2BDB-4EE5-A718-99B65B826CD9}" type="sibTrans" cxnId="{A3ABA457-CAA1-4920-8CF4-F07259851FEE}">
      <dgm:prSet/>
      <dgm:spPr/>
      <dgm:t>
        <a:bodyPr/>
        <a:lstStyle/>
        <a:p>
          <a:endParaRPr lang="en-US"/>
        </a:p>
      </dgm:t>
    </dgm:pt>
    <dgm:pt modelId="{F1BDE7A2-DE78-4C02-B04B-A51C8CDDB51A}">
      <dgm:prSet/>
      <dgm:spPr/>
      <dgm:t>
        <a:bodyPr/>
        <a:lstStyle/>
        <a:p>
          <a:r>
            <a:rPr lang="en-US"/>
            <a:t>3</a:t>
          </a:r>
          <a:r>
            <a:rPr lang="en-US" baseline="30000"/>
            <a:t>rd</a:t>
          </a:r>
          <a:r>
            <a:rPr lang="en-US"/>
            <a:t> Prize: Microsoft Excel 2016</a:t>
          </a:r>
        </a:p>
      </dgm:t>
    </dgm:pt>
    <dgm:pt modelId="{88E158CA-E616-4A05-97F7-271839F5942E}" type="parTrans" cxnId="{C88106C1-4923-44E4-88FF-546360B74800}">
      <dgm:prSet/>
      <dgm:spPr/>
      <dgm:t>
        <a:bodyPr/>
        <a:lstStyle/>
        <a:p>
          <a:endParaRPr lang="en-US"/>
        </a:p>
      </dgm:t>
    </dgm:pt>
    <dgm:pt modelId="{A236FEA4-53D5-4E73-9A22-CB93E92B7E41}" type="sibTrans" cxnId="{C88106C1-4923-44E4-88FF-546360B74800}">
      <dgm:prSet/>
      <dgm:spPr/>
      <dgm:t>
        <a:bodyPr/>
        <a:lstStyle/>
        <a:p>
          <a:endParaRPr lang="en-US"/>
        </a:p>
      </dgm:t>
    </dgm:pt>
    <dgm:pt modelId="{17550830-0C4C-422F-BD13-E1DD4BCD9295}">
      <dgm:prSet/>
      <dgm:spPr/>
      <dgm:t>
        <a:bodyPr/>
        <a:lstStyle/>
        <a:p>
          <a:r>
            <a:rPr lang="en-US"/>
            <a:t>Consolation Prize: Microsoft PowerPoint 2016</a:t>
          </a:r>
        </a:p>
      </dgm:t>
    </dgm:pt>
    <dgm:pt modelId="{76CA21CD-3B44-46B1-B134-999AE1DD9EE2}" type="parTrans" cxnId="{727EB85A-9734-4194-8B87-BA04542E9AAF}">
      <dgm:prSet/>
      <dgm:spPr/>
      <dgm:t>
        <a:bodyPr/>
        <a:lstStyle/>
        <a:p>
          <a:endParaRPr lang="en-US"/>
        </a:p>
      </dgm:t>
    </dgm:pt>
    <dgm:pt modelId="{D19C4677-FD19-4FB9-BF1E-5F9FBF212847}" type="sibTrans" cxnId="{727EB85A-9734-4194-8B87-BA04542E9AAF}">
      <dgm:prSet/>
      <dgm:spPr/>
      <dgm:t>
        <a:bodyPr/>
        <a:lstStyle/>
        <a:p>
          <a:endParaRPr lang="en-US"/>
        </a:p>
      </dgm:t>
    </dgm:pt>
    <dgm:pt modelId="{66A995B9-F8AA-4063-88D1-86D6AFA0BE1B}" type="pres">
      <dgm:prSet presAssocID="{7496D40F-6D74-46FD-AD3B-E1548A9DEBB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70E259C-FFE5-4A9A-AEB7-4DE6B3879EE0}" type="pres">
      <dgm:prSet presAssocID="{3F923F09-8E64-4AF3-84D5-21EAFD767D70}" presName="circle1" presStyleLbl="node1" presStyleIdx="0" presStyleCnt="3"/>
      <dgm:spPr/>
    </dgm:pt>
    <dgm:pt modelId="{6938F76E-D366-4C45-8AF5-7A313B80F1B8}" type="pres">
      <dgm:prSet presAssocID="{3F923F09-8E64-4AF3-84D5-21EAFD767D70}" presName="space" presStyleCnt="0"/>
      <dgm:spPr/>
    </dgm:pt>
    <dgm:pt modelId="{2C09FFAE-F809-40C7-BB9B-3BB1F8B2B78D}" type="pres">
      <dgm:prSet presAssocID="{3F923F09-8E64-4AF3-84D5-21EAFD767D70}" presName="rect1" presStyleLbl="alignAcc1" presStyleIdx="0" presStyleCnt="3"/>
      <dgm:spPr/>
    </dgm:pt>
    <dgm:pt modelId="{A90EFC0D-79EE-402E-AA45-FE18D6A11526}" type="pres">
      <dgm:prSet presAssocID="{F1BDE7A2-DE78-4C02-B04B-A51C8CDDB51A}" presName="vertSpace2" presStyleLbl="node1" presStyleIdx="0" presStyleCnt="3"/>
      <dgm:spPr/>
    </dgm:pt>
    <dgm:pt modelId="{59AF68D5-55DE-480B-AF22-E63CDDFFADBC}" type="pres">
      <dgm:prSet presAssocID="{F1BDE7A2-DE78-4C02-B04B-A51C8CDDB51A}" presName="circle2" presStyleLbl="node1" presStyleIdx="1" presStyleCnt="3"/>
      <dgm:spPr/>
    </dgm:pt>
    <dgm:pt modelId="{51A10203-16B3-47C4-9C03-12DD030B7C27}" type="pres">
      <dgm:prSet presAssocID="{F1BDE7A2-DE78-4C02-B04B-A51C8CDDB51A}" presName="rect2" presStyleLbl="alignAcc1" presStyleIdx="1" presStyleCnt="3"/>
      <dgm:spPr/>
    </dgm:pt>
    <dgm:pt modelId="{FB6A7CB7-596C-43FD-980C-B1C699EB76AB}" type="pres">
      <dgm:prSet presAssocID="{17550830-0C4C-422F-BD13-E1DD4BCD9295}" presName="vertSpace3" presStyleLbl="node1" presStyleIdx="1" presStyleCnt="3"/>
      <dgm:spPr/>
    </dgm:pt>
    <dgm:pt modelId="{FA6EC80C-5E65-4848-9BD8-1E8B7E784786}" type="pres">
      <dgm:prSet presAssocID="{17550830-0C4C-422F-BD13-E1DD4BCD9295}" presName="circle3" presStyleLbl="node1" presStyleIdx="2" presStyleCnt="3"/>
      <dgm:spPr/>
    </dgm:pt>
    <dgm:pt modelId="{E51764C8-20EB-4245-BFD2-BD64358BBA43}" type="pres">
      <dgm:prSet presAssocID="{17550830-0C4C-422F-BD13-E1DD4BCD9295}" presName="rect3" presStyleLbl="alignAcc1" presStyleIdx="2" presStyleCnt="3"/>
      <dgm:spPr/>
    </dgm:pt>
    <dgm:pt modelId="{02C437A4-EB79-4323-A9D4-42D253E680D3}" type="pres">
      <dgm:prSet presAssocID="{3F923F09-8E64-4AF3-84D5-21EAFD767D70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31872885-F18D-47AA-9119-004EFA89D11E}" type="pres">
      <dgm:prSet presAssocID="{F1BDE7A2-DE78-4C02-B04B-A51C8CDDB51A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E07B5D09-F58E-4A9B-9F7D-408B54FEAE58}" type="pres">
      <dgm:prSet presAssocID="{17550830-0C4C-422F-BD13-E1DD4BCD9295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77DF4D0F-A00C-4FDB-9F1C-677064C2597A}" type="presOf" srcId="{F1BDE7A2-DE78-4C02-B04B-A51C8CDDB51A}" destId="{51A10203-16B3-47C4-9C03-12DD030B7C27}" srcOrd="0" destOrd="0" presId="urn:microsoft.com/office/officeart/2005/8/layout/target3"/>
    <dgm:cxn modelId="{69F6BE1A-AA1F-439B-8B19-3D69E5B96B72}" type="presOf" srcId="{17550830-0C4C-422F-BD13-E1DD4BCD9295}" destId="{E07B5D09-F58E-4A9B-9F7D-408B54FEAE58}" srcOrd="1" destOrd="0" presId="urn:microsoft.com/office/officeart/2005/8/layout/target3"/>
    <dgm:cxn modelId="{8434871D-6D74-484A-ABDB-D276B8D164AC}" type="presOf" srcId="{7496D40F-6D74-46FD-AD3B-E1548A9DEBB0}" destId="{66A995B9-F8AA-4063-88D1-86D6AFA0BE1B}" srcOrd="0" destOrd="0" presId="urn:microsoft.com/office/officeart/2005/8/layout/target3"/>
    <dgm:cxn modelId="{E4BDC03F-0FD5-4839-BB03-B490B2458934}" type="presOf" srcId="{F1BDE7A2-DE78-4C02-B04B-A51C8CDDB51A}" destId="{31872885-F18D-47AA-9119-004EFA89D11E}" srcOrd="1" destOrd="0" presId="urn:microsoft.com/office/officeart/2005/8/layout/target3"/>
    <dgm:cxn modelId="{86C1F74A-2077-4327-A6B3-32A16A8060E2}" type="presOf" srcId="{3F923F09-8E64-4AF3-84D5-21EAFD767D70}" destId="{2C09FFAE-F809-40C7-BB9B-3BB1F8B2B78D}" srcOrd="0" destOrd="0" presId="urn:microsoft.com/office/officeart/2005/8/layout/target3"/>
    <dgm:cxn modelId="{A3ABA457-CAA1-4920-8CF4-F07259851FEE}" srcId="{7496D40F-6D74-46FD-AD3B-E1548A9DEBB0}" destId="{3F923F09-8E64-4AF3-84D5-21EAFD767D70}" srcOrd="0" destOrd="0" parTransId="{EB926D9C-1339-4392-BFEF-8C7FD8B7D0AA}" sibTransId="{68496966-2BDB-4EE5-A718-99B65B826CD9}"/>
    <dgm:cxn modelId="{727EB85A-9734-4194-8B87-BA04542E9AAF}" srcId="{7496D40F-6D74-46FD-AD3B-E1548A9DEBB0}" destId="{17550830-0C4C-422F-BD13-E1DD4BCD9295}" srcOrd="2" destOrd="0" parTransId="{76CA21CD-3B44-46B1-B134-999AE1DD9EE2}" sibTransId="{D19C4677-FD19-4FB9-BF1E-5F9FBF212847}"/>
    <dgm:cxn modelId="{D7382791-EDE0-4215-A986-88DB029416DE}" type="presOf" srcId="{3F923F09-8E64-4AF3-84D5-21EAFD767D70}" destId="{02C437A4-EB79-4323-A9D4-42D253E680D3}" srcOrd="1" destOrd="0" presId="urn:microsoft.com/office/officeart/2005/8/layout/target3"/>
    <dgm:cxn modelId="{768EF69F-5710-447E-B5E8-57451C0CC5F1}" type="presOf" srcId="{17550830-0C4C-422F-BD13-E1DD4BCD9295}" destId="{E51764C8-20EB-4245-BFD2-BD64358BBA43}" srcOrd="0" destOrd="0" presId="urn:microsoft.com/office/officeart/2005/8/layout/target3"/>
    <dgm:cxn modelId="{C88106C1-4923-44E4-88FF-546360B74800}" srcId="{7496D40F-6D74-46FD-AD3B-E1548A9DEBB0}" destId="{F1BDE7A2-DE78-4C02-B04B-A51C8CDDB51A}" srcOrd="1" destOrd="0" parTransId="{88E158CA-E616-4A05-97F7-271839F5942E}" sibTransId="{A236FEA4-53D5-4E73-9A22-CB93E92B7E41}"/>
    <dgm:cxn modelId="{6D835209-276D-4666-A804-1CCF326CBBEB}" type="presParOf" srcId="{66A995B9-F8AA-4063-88D1-86D6AFA0BE1B}" destId="{770E259C-FFE5-4A9A-AEB7-4DE6B3879EE0}" srcOrd="0" destOrd="0" presId="urn:microsoft.com/office/officeart/2005/8/layout/target3"/>
    <dgm:cxn modelId="{219D1AB4-2873-4765-84C9-F006DB108DDB}" type="presParOf" srcId="{66A995B9-F8AA-4063-88D1-86D6AFA0BE1B}" destId="{6938F76E-D366-4C45-8AF5-7A313B80F1B8}" srcOrd="1" destOrd="0" presId="urn:microsoft.com/office/officeart/2005/8/layout/target3"/>
    <dgm:cxn modelId="{D09F5D1D-2E77-4B74-8F7A-AC97D68B454B}" type="presParOf" srcId="{66A995B9-F8AA-4063-88D1-86D6AFA0BE1B}" destId="{2C09FFAE-F809-40C7-BB9B-3BB1F8B2B78D}" srcOrd="2" destOrd="0" presId="urn:microsoft.com/office/officeart/2005/8/layout/target3"/>
    <dgm:cxn modelId="{3B946017-46FE-47A5-B120-F247F6AD89AA}" type="presParOf" srcId="{66A995B9-F8AA-4063-88D1-86D6AFA0BE1B}" destId="{A90EFC0D-79EE-402E-AA45-FE18D6A11526}" srcOrd="3" destOrd="0" presId="urn:microsoft.com/office/officeart/2005/8/layout/target3"/>
    <dgm:cxn modelId="{A35CEDD0-001E-48BD-9458-6E89456D4F01}" type="presParOf" srcId="{66A995B9-F8AA-4063-88D1-86D6AFA0BE1B}" destId="{59AF68D5-55DE-480B-AF22-E63CDDFFADBC}" srcOrd="4" destOrd="0" presId="urn:microsoft.com/office/officeart/2005/8/layout/target3"/>
    <dgm:cxn modelId="{798A35C5-42EB-4C96-8C9D-FF1EAE1310A5}" type="presParOf" srcId="{66A995B9-F8AA-4063-88D1-86D6AFA0BE1B}" destId="{51A10203-16B3-47C4-9C03-12DD030B7C27}" srcOrd="5" destOrd="0" presId="urn:microsoft.com/office/officeart/2005/8/layout/target3"/>
    <dgm:cxn modelId="{C953B118-F303-4E2F-962D-78B0CC39FB99}" type="presParOf" srcId="{66A995B9-F8AA-4063-88D1-86D6AFA0BE1B}" destId="{FB6A7CB7-596C-43FD-980C-B1C699EB76AB}" srcOrd="6" destOrd="0" presId="urn:microsoft.com/office/officeart/2005/8/layout/target3"/>
    <dgm:cxn modelId="{048C8B74-7841-42C4-86C1-1C26C2C35276}" type="presParOf" srcId="{66A995B9-F8AA-4063-88D1-86D6AFA0BE1B}" destId="{FA6EC80C-5E65-4848-9BD8-1E8B7E784786}" srcOrd="7" destOrd="0" presId="urn:microsoft.com/office/officeart/2005/8/layout/target3"/>
    <dgm:cxn modelId="{49CCB7AD-9718-4FB2-B81B-C4D82ABE08D5}" type="presParOf" srcId="{66A995B9-F8AA-4063-88D1-86D6AFA0BE1B}" destId="{E51764C8-20EB-4245-BFD2-BD64358BBA43}" srcOrd="8" destOrd="0" presId="urn:microsoft.com/office/officeart/2005/8/layout/target3"/>
    <dgm:cxn modelId="{3B7784BD-508D-4B9E-A492-05C450167D50}" type="presParOf" srcId="{66A995B9-F8AA-4063-88D1-86D6AFA0BE1B}" destId="{02C437A4-EB79-4323-A9D4-42D253E680D3}" srcOrd="9" destOrd="0" presId="urn:microsoft.com/office/officeart/2005/8/layout/target3"/>
    <dgm:cxn modelId="{1AD7F578-72E6-4749-BD44-58EB399A16F9}" type="presParOf" srcId="{66A995B9-F8AA-4063-88D1-86D6AFA0BE1B}" destId="{31872885-F18D-47AA-9119-004EFA89D11E}" srcOrd="10" destOrd="0" presId="urn:microsoft.com/office/officeart/2005/8/layout/target3"/>
    <dgm:cxn modelId="{3C3BDB36-1739-4DEB-9FE8-1BC76DBABE0C}" type="presParOf" srcId="{66A995B9-F8AA-4063-88D1-86D6AFA0BE1B}" destId="{E07B5D09-F58E-4A9B-9F7D-408B54FEAE58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E259C-FFE5-4A9A-AEB7-4DE6B3879EE0}">
      <dsp:nvSpPr>
        <dsp:cNvPr id="0" name=""/>
        <dsp:cNvSpPr/>
      </dsp:nvSpPr>
      <dsp:spPr>
        <a:xfrm>
          <a:off x="0" y="0"/>
          <a:ext cx="3932237" cy="393223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9FFAE-F809-40C7-BB9B-3BB1F8B2B78D}">
      <dsp:nvSpPr>
        <dsp:cNvPr id="0" name=""/>
        <dsp:cNvSpPr/>
      </dsp:nvSpPr>
      <dsp:spPr>
        <a:xfrm>
          <a:off x="1966118" y="0"/>
          <a:ext cx="8092281" cy="39322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The school has a candidate who won the national prize</a:t>
          </a:r>
        </a:p>
      </dsp:txBody>
      <dsp:txXfrm>
        <a:off x="1966118" y="0"/>
        <a:ext cx="8092281" cy="1179673"/>
      </dsp:txXfrm>
    </dsp:sp>
    <dsp:sp modelId="{59AF68D5-55DE-480B-AF22-E63CDDFFADBC}">
      <dsp:nvSpPr>
        <dsp:cNvPr id="0" name=""/>
        <dsp:cNvSpPr/>
      </dsp:nvSpPr>
      <dsp:spPr>
        <a:xfrm>
          <a:off x="688142" y="1179673"/>
          <a:ext cx="2555951" cy="255595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10203-16B3-47C4-9C03-12DD030B7C27}">
      <dsp:nvSpPr>
        <dsp:cNvPr id="0" name=""/>
        <dsp:cNvSpPr/>
      </dsp:nvSpPr>
      <dsp:spPr>
        <a:xfrm>
          <a:off x="1966118" y="1179673"/>
          <a:ext cx="8092281" cy="25559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3</a:t>
          </a:r>
          <a:r>
            <a:rPr lang="en-US" sz="3600" kern="1200" baseline="30000"/>
            <a:t>rd</a:t>
          </a:r>
          <a:r>
            <a:rPr lang="en-US" sz="3600" kern="1200"/>
            <a:t> Prize: Microsoft Excel 2016</a:t>
          </a:r>
        </a:p>
      </dsp:txBody>
      <dsp:txXfrm>
        <a:off x="1966118" y="1179673"/>
        <a:ext cx="8092281" cy="1179669"/>
      </dsp:txXfrm>
    </dsp:sp>
    <dsp:sp modelId="{FA6EC80C-5E65-4848-9BD8-1E8B7E784786}">
      <dsp:nvSpPr>
        <dsp:cNvPr id="0" name=""/>
        <dsp:cNvSpPr/>
      </dsp:nvSpPr>
      <dsp:spPr>
        <a:xfrm>
          <a:off x="1376283" y="2359343"/>
          <a:ext cx="1179669" cy="117966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764C8-20EB-4245-BFD2-BD64358BBA43}">
      <dsp:nvSpPr>
        <dsp:cNvPr id="0" name=""/>
        <dsp:cNvSpPr/>
      </dsp:nvSpPr>
      <dsp:spPr>
        <a:xfrm>
          <a:off x="1966118" y="2359343"/>
          <a:ext cx="8092281" cy="11796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Consolation Prize: Microsoft PowerPoint 2016</a:t>
          </a:r>
        </a:p>
      </dsp:txBody>
      <dsp:txXfrm>
        <a:off x="1966118" y="2359343"/>
        <a:ext cx="8092281" cy="1179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38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6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67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9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0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3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1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0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68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844C24-EAD0-4577-848D-EFD3B4373E15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FEC840B-5834-4F15-AEA1-0FAF427D051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7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956D-1FE1-48B3-89C1-C9A758EB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0A47646-6BDB-43A9-8705-DFCA8D669D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695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9E31-1A81-79C9-8013-E9FB1D82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Report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2055C08-32A0-A73A-F3B6-B6002C9C298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2103438"/>
          <a:ext cx="4754563" cy="3748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134235D-1741-79B8-3BC0-A4F0374979C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370638" y="2103438"/>
          <a:ext cx="4754562" cy="3748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44649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0</TotalTime>
  <Words>31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Tahoma</vt:lpstr>
      <vt:lpstr>Tw Cen MT</vt:lpstr>
      <vt:lpstr>Tw Cen MT Condensed</vt:lpstr>
      <vt:lpstr>Wingdings 3</vt:lpstr>
      <vt:lpstr>Integral</vt:lpstr>
      <vt:lpstr>Achievements</vt:lpstr>
      <vt:lpstr>Final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Achievements</dc:title>
  <dc:creator>Ly Tran Thai Hoc</dc:creator>
  <cp:lastModifiedBy>Ly Tran Thai Hoc</cp:lastModifiedBy>
  <cp:revision>1</cp:revision>
  <dcterms:created xsi:type="dcterms:W3CDTF">2023-07-06T09:57:29Z</dcterms:created>
  <dcterms:modified xsi:type="dcterms:W3CDTF">2023-07-06T09:58:05Z</dcterms:modified>
</cp:coreProperties>
</file>